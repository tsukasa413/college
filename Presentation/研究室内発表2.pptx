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21"/>
  </p:notesMasterIdLst>
  <p:sldIdLst>
    <p:sldId id="256" r:id="rId2"/>
    <p:sldId id="257" r:id="rId3"/>
    <p:sldId id="309" r:id="rId4"/>
    <p:sldId id="332" r:id="rId5"/>
    <p:sldId id="260" r:id="rId6"/>
    <p:sldId id="311" r:id="rId7"/>
    <p:sldId id="322" r:id="rId8"/>
    <p:sldId id="321" r:id="rId9"/>
    <p:sldId id="320" r:id="rId10"/>
    <p:sldId id="315" r:id="rId11"/>
    <p:sldId id="316" r:id="rId12"/>
    <p:sldId id="334" r:id="rId13"/>
    <p:sldId id="337" r:id="rId14"/>
    <p:sldId id="331" r:id="rId15"/>
    <p:sldId id="325" r:id="rId16"/>
    <p:sldId id="327" r:id="rId17"/>
    <p:sldId id="328" r:id="rId18"/>
    <p:sldId id="329" r:id="rId19"/>
    <p:sldId id="330" r:id="rId20"/>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913" userDrawn="1">
          <p15:clr>
            <a:srgbClr val="A4A3A4"/>
          </p15:clr>
        </p15:guide>
        <p15:guide id="2" pos="181"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309" autoAdjust="0"/>
    <p:restoredTop sz="58067" autoAdjust="0"/>
  </p:normalViewPr>
  <p:slideViewPr>
    <p:cSldViewPr snapToGrid="0" showGuides="1">
      <p:cViewPr varScale="1">
        <p:scale>
          <a:sx n="43" d="100"/>
          <a:sy n="43" d="100"/>
        </p:scale>
        <p:origin x="1965" y="33"/>
      </p:cViewPr>
      <p:guideLst>
        <p:guide orient="horz" pos="913"/>
        <p:guide pos="181"/>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ja-JP" altLang="en-US"/>
          </a:p>
        </p:txBody>
      </p:sp>
      <p:sp>
        <p:nvSpPr>
          <p:cNvPr id="3" name="日付プレースホルダー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B37D1C6-C1CD-455D-BE18-CACF56AF0CED}" type="datetimeFigureOut">
              <a:rPr kumimoji="1" lang="ja-JP" altLang="en-US" smtClean="0"/>
              <a:t>2025/10/26</a:t>
            </a:fld>
            <a:endParaRPr kumimoji="1" lang="ja-JP" altLang="en-US"/>
          </a:p>
        </p:txBody>
      </p:sp>
      <p:sp>
        <p:nvSpPr>
          <p:cNvPr id="4" name="スライド イメージ プレースホルダー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ja-JP" altLang="en-US"/>
          </a:p>
        </p:txBody>
      </p:sp>
      <p:sp>
        <p:nvSpPr>
          <p:cNvPr id="5" name="ノート プレースホルダー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6" name="フッター プレースホルダー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ja-JP" altLang="en-US"/>
          </a:p>
        </p:txBody>
      </p:sp>
      <p:sp>
        <p:nvSpPr>
          <p:cNvPr id="7" name="スライド番号プレースホルダー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E170B34-5CB9-4F28-95F7-58933E9937F4}" type="slidenum">
              <a:rPr kumimoji="1" lang="ja-JP" altLang="en-US" smtClean="0"/>
              <a:t>‹#›</a:t>
            </a:fld>
            <a:endParaRPr kumimoji="1" lang="ja-JP" altLang="en-US"/>
          </a:p>
        </p:txBody>
      </p:sp>
    </p:spTree>
    <p:extLst>
      <p:ext uri="{BB962C8B-B14F-4D97-AF65-F5344CB8AC3E}">
        <p14:creationId xmlns:p14="http://schemas.microsoft.com/office/powerpoint/2010/main" val="2027755969"/>
      </p:ext>
    </p:extLst>
  </p:cSld>
  <p:clrMap bg1="lt1" tx1="dk1" bg2="lt2" tx2="dk2" accent1="accent1" accent2="accent2" accent3="accent3" accent4="accent4" accent5="accent5" accent6="accent6" hlink="hlink" folHlink="folHlink"/>
  <p:notesStyle>
    <a:lvl1pPr marL="0" algn="l" defTabSz="914400" rtl="0" eaLnBrk="1" latinLnBrk="0" hangingPunct="1">
      <a:defRPr kumimoji="1" sz="1200" kern="1200">
        <a:solidFill>
          <a:schemeClr val="tx1"/>
        </a:solidFill>
        <a:latin typeface="+mn-lt"/>
        <a:ea typeface="+mn-ea"/>
        <a:cs typeface="+mn-cs"/>
      </a:defRPr>
    </a:lvl1pPr>
    <a:lvl2pPr marL="457200" algn="l" defTabSz="914400" rtl="0" eaLnBrk="1" latinLnBrk="0" hangingPunct="1">
      <a:defRPr kumimoji="1" sz="1200" kern="1200">
        <a:solidFill>
          <a:schemeClr val="tx1"/>
        </a:solidFill>
        <a:latin typeface="+mn-lt"/>
        <a:ea typeface="+mn-ea"/>
        <a:cs typeface="+mn-cs"/>
      </a:defRPr>
    </a:lvl2pPr>
    <a:lvl3pPr marL="914400" algn="l" defTabSz="914400" rtl="0" eaLnBrk="1" latinLnBrk="0" hangingPunct="1">
      <a:defRPr kumimoji="1" sz="1200" kern="1200">
        <a:solidFill>
          <a:schemeClr val="tx1"/>
        </a:solidFill>
        <a:latin typeface="+mn-lt"/>
        <a:ea typeface="+mn-ea"/>
        <a:cs typeface="+mn-cs"/>
      </a:defRPr>
    </a:lvl3pPr>
    <a:lvl4pPr marL="1371600" algn="l" defTabSz="914400" rtl="0" eaLnBrk="1" latinLnBrk="0" hangingPunct="1">
      <a:defRPr kumimoji="1" sz="1200" kern="1200">
        <a:solidFill>
          <a:schemeClr val="tx1"/>
        </a:solidFill>
        <a:latin typeface="+mn-lt"/>
        <a:ea typeface="+mn-ea"/>
        <a:cs typeface="+mn-cs"/>
      </a:defRPr>
    </a:lvl4pPr>
    <a:lvl5pPr marL="1828800" algn="l" defTabSz="914400" rtl="0" eaLnBrk="1" latinLnBrk="0" hangingPunct="1">
      <a:defRPr kumimoji="1" sz="1200" kern="1200">
        <a:solidFill>
          <a:schemeClr val="tx1"/>
        </a:solidFill>
        <a:latin typeface="+mn-lt"/>
        <a:ea typeface="+mn-ea"/>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dirty="0"/>
              <a:t>システム制御工学室の髙岸司です．</a:t>
            </a:r>
            <a:br>
              <a:rPr kumimoji="1" lang="en-US" altLang="ja-JP" dirty="0"/>
            </a:br>
            <a:r>
              <a:rPr lang="en-US" altLang="ja-JP" sz="1200" dirty="0"/>
              <a:t>4</a:t>
            </a:r>
            <a:r>
              <a:rPr lang="ja-JP" altLang="en-US" sz="1200" dirty="0"/>
              <a:t>つの魚眼カメラで生成したパノラマ深さ画像を用いた</a:t>
            </a:r>
            <a:r>
              <a:rPr lang="en-US" altLang="ja-JP" sz="1200" dirty="0"/>
              <a:t>SLAM</a:t>
            </a:r>
            <a:r>
              <a:rPr lang="ja-JP" altLang="en-US" sz="1200" dirty="0"/>
              <a:t>に関する研究について説明します．</a:t>
            </a:r>
            <a:endParaRPr kumimoji="1" lang="ja-JP" altLang="en-US" dirty="0"/>
          </a:p>
        </p:txBody>
      </p:sp>
      <p:sp>
        <p:nvSpPr>
          <p:cNvPr id="4" name="スライド番号プレースホルダー 3"/>
          <p:cNvSpPr>
            <a:spLocks noGrp="1"/>
          </p:cNvSpPr>
          <p:nvPr>
            <p:ph type="sldNum" sz="quarter" idx="5"/>
          </p:nvPr>
        </p:nvSpPr>
        <p:spPr/>
        <p:txBody>
          <a:bodyPr/>
          <a:lstStyle/>
          <a:p>
            <a:fld id="{4E170B34-5CB9-4F28-95F7-58933E9937F4}" type="slidenum">
              <a:rPr kumimoji="1" lang="ja-JP" altLang="en-US" smtClean="0"/>
              <a:t>1</a:t>
            </a:fld>
            <a:endParaRPr kumimoji="1" lang="ja-JP" altLang="en-US"/>
          </a:p>
        </p:txBody>
      </p:sp>
    </p:spTree>
    <p:extLst>
      <p:ext uri="{BB962C8B-B14F-4D97-AF65-F5344CB8AC3E}">
        <p14:creationId xmlns:p14="http://schemas.microsoft.com/office/powerpoint/2010/main" val="169932978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en-US" altLang="ja-JP" dirty="0"/>
              <a:t>SLAM</a:t>
            </a:r>
            <a:r>
              <a:rPr kumimoji="1" lang="ja-JP" altLang="en-US" dirty="0"/>
              <a:t>は未知環境でのロボットの自律移動や</a:t>
            </a:r>
            <a:r>
              <a:rPr kumimoji="1" lang="en-US" altLang="ja-JP" dirty="0"/>
              <a:t>XR/AR</a:t>
            </a:r>
            <a:r>
              <a:rPr kumimoji="1" lang="ja-JP" altLang="en-US" dirty="0"/>
              <a:t>に用いられる技術です．</a:t>
            </a:r>
            <a:endParaRPr kumimoji="1" lang="en-US" altLang="ja-JP" dirty="0"/>
          </a:p>
          <a:p>
            <a:r>
              <a:rPr kumimoji="1" lang="ja-JP" altLang="en-US" dirty="0"/>
              <a:t>使うセンサによって従来は大きく</a:t>
            </a:r>
            <a:r>
              <a:rPr kumimoji="1" lang="en-US" altLang="ja-JP" dirty="0"/>
              <a:t>2</a:t>
            </a:r>
            <a:r>
              <a:rPr kumimoji="1" lang="ja-JP" altLang="en-US" dirty="0"/>
              <a:t>つの方法が主流でした．</a:t>
            </a:r>
            <a:endParaRPr kumimoji="1" lang="en-US" altLang="ja-JP" dirty="0"/>
          </a:p>
          <a:p>
            <a:r>
              <a:rPr kumimoji="1" lang="ja-JP" altLang="en-US" dirty="0"/>
              <a:t>一つ目は</a:t>
            </a:r>
            <a:r>
              <a:rPr kumimoji="1" lang="en-US" altLang="ja-JP" dirty="0"/>
              <a:t>LIDAR-SLAM</a:t>
            </a:r>
            <a:r>
              <a:rPr kumimoji="1" lang="ja-JP" altLang="en-US" dirty="0"/>
              <a:t>です．</a:t>
            </a:r>
          </a:p>
          <a:p>
            <a:r>
              <a:rPr kumimoji="1" lang="ja-JP" altLang="en-US" dirty="0"/>
              <a:t>この方法は比較的高性能ですが，この</a:t>
            </a:r>
            <a:r>
              <a:rPr kumimoji="1" lang="en-US" altLang="ja-JP" dirty="0"/>
              <a:t>LIDAR</a:t>
            </a:r>
            <a:r>
              <a:rPr kumimoji="1" lang="ja-JP" altLang="en-US" dirty="0"/>
              <a:t>というセンサが高価で重いため設置自由度が低く，また消費電力が高いのもデメリットです．</a:t>
            </a:r>
            <a:endParaRPr kumimoji="1" lang="en-US" altLang="ja-JP" dirty="0"/>
          </a:p>
          <a:p>
            <a:r>
              <a:rPr kumimoji="1" lang="ja-JP" altLang="en-US" dirty="0"/>
              <a:t>二つ目は単眼</a:t>
            </a:r>
            <a:r>
              <a:rPr kumimoji="1" lang="en-US" altLang="ja-JP" dirty="0"/>
              <a:t>/</a:t>
            </a:r>
            <a:r>
              <a:rPr kumimoji="1" lang="ja-JP" altLang="en-US" dirty="0"/>
              <a:t>ステレオカメラ</a:t>
            </a:r>
            <a:r>
              <a:rPr kumimoji="1" lang="en-US" altLang="ja-JP" dirty="0"/>
              <a:t>SLAM</a:t>
            </a:r>
            <a:r>
              <a:rPr kumimoji="1" lang="ja-JP" altLang="en-US" dirty="0"/>
              <a:t>です．</a:t>
            </a:r>
            <a:endParaRPr kumimoji="1" lang="en-US" altLang="ja-JP" dirty="0"/>
          </a:p>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dirty="0"/>
              <a:t>このセンサは</a:t>
            </a:r>
            <a:r>
              <a:rPr lang="ja-JP" altLang="en-US" dirty="0"/>
              <a:t>安価で軽量，設置自由度が高い</a:t>
            </a:r>
            <a:r>
              <a:rPr kumimoji="1" lang="ja-JP" altLang="en-US" dirty="0"/>
              <a:t>ですが，</a:t>
            </a:r>
            <a:r>
              <a:rPr lang="ja-JP" altLang="en-US" dirty="0">
                <a:solidFill>
                  <a:srgbClr val="FF0000"/>
                </a:solidFill>
              </a:rPr>
              <a:t>視野が狭く特徴点が少ない環境で精度が低下します．</a:t>
            </a:r>
            <a:endParaRPr lang="en-US" altLang="ja-JP" dirty="0">
              <a:solidFill>
                <a:srgbClr val="FF0000"/>
              </a:solidFill>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ja-JP" altLang="en-US" dirty="0">
                <a:solidFill>
                  <a:srgbClr val="FF0000"/>
                </a:solidFill>
              </a:rPr>
              <a:t>この二つ目の手法のデメリットを解決するため，私は超広角カメラによる精度の高い</a:t>
            </a:r>
            <a:r>
              <a:rPr lang="en-US" altLang="ja-JP" dirty="0">
                <a:solidFill>
                  <a:srgbClr val="FF0000"/>
                </a:solidFill>
              </a:rPr>
              <a:t>SLAM</a:t>
            </a:r>
            <a:r>
              <a:rPr lang="ja-JP" altLang="en-US" dirty="0">
                <a:solidFill>
                  <a:srgbClr val="FF0000"/>
                </a:solidFill>
              </a:rPr>
              <a:t>を目標とします．</a:t>
            </a:r>
            <a:endParaRPr lang="en-US" altLang="ja-JP" dirty="0">
              <a:solidFill>
                <a:srgbClr val="FF0000"/>
              </a:solidFill>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ja-JP" altLang="en-US" dirty="0">
                <a:solidFill>
                  <a:srgbClr val="FF0000"/>
                </a:solidFill>
              </a:rPr>
              <a:t>それでは，次のスライドでは</a:t>
            </a:r>
            <a:r>
              <a:rPr lang="en-US" altLang="ja-JP" dirty="0">
                <a:solidFill>
                  <a:srgbClr val="FF0000"/>
                </a:solidFill>
              </a:rPr>
              <a:t>SLAM</a:t>
            </a:r>
            <a:r>
              <a:rPr lang="ja-JP" altLang="en-US" dirty="0">
                <a:solidFill>
                  <a:srgbClr val="FF0000"/>
                </a:solidFill>
              </a:rPr>
              <a:t>の説明させていただきます．</a:t>
            </a:r>
            <a:endParaRPr lang="en-US" altLang="ja-JP" dirty="0"/>
          </a:p>
        </p:txBody>
      </p:sp>
      <p:sp>
        <p:nvSpPr>
          <p:cNvPr id="4" name="スライド番号プレースホルダー 3"/>
          <p:cNvSpPr>
            <a:spLocks noGrp="1"/>
          </p:cNvSpPr>
          <p:nvPr>
            <p:ph type="sldNum" sz="quarter" idx="5"/>
          </p:nvPr>
        </p:nvSpPr>
        <p:spPr/>
        <p:txBody>
          <a:bodyPr/>
          <a:lstStyle/>
          <a:p>
            <a:fld id="{4E170B34-5CB9-4F28-95F7-58933E9937F4}" type="slidenum">
              <a:rPr kumimoji="1" lang="ja-JP" altLang="en-US" smtClean="0"/>
              <a:t>2</a:t>
            </a:fld>
            <a:endParaRPr kumimoji="1" lang="ja-JP" altLang="en-US"/>
          </a:p>
        </p:txBody>
      </p:sp>
    </p:spTree>
    <p:extLst>
      <p:ext uri="{BB962C8B-B14F-4D97-AF65-F5344CB8AC3E}">
        <p14:creationId xmlns:p14="http://schemas.microsoft.com/office/powerpoint/2010/main" val="373336275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en-US" altLang="ja-JP" dirty="0"/>
              <a:t>SLAM</a:t>
            </a:r>
            <a:r>
              <a:rPr kumimoji="1" lang="ja-JP" altLang="en-US" dirty="0"/>
              <a:t>とは先ほど申し上げた通り未知環境下で自己位置推定と地図作成を同時に行う技術です．</a:t>
            </a:r>
            <a:br>
              <a:rPr kumimoji="1" lang="en-US" altLang="ja-JP" dirty="0"/>
            </a:br>
            <a:r>
              <a:rPr kumimoji="1" lang="ja-JP" altLang="en-US" dirty="0"/>
              <a:t>端的に言うと自分がどこにいるかを認識するための技術になります．</a:t>
            </a:r>
            <a:endParaRPr kumimoji="1" lang="en-US" altLang="ja-JP" dirty="0"/>
          </a:p>
          <a:p>
            <a:r>
              <a:rPr kumimoji="1" lang="en-US" altLang="ja-JP" dirty="0"/>
              <a:t>SLAM</a:t>
            </a:r>
            <a:r>
              <a:rPr kumimoji="1" lang="ja-JP" altLang="en-US" dirty="0"/>
              <a:t>の技術は切り分けると</a:t>
            </a:r>
            <a:r>
              <a:rPr kumimoji="1" lang="en-US" altLang="ja-JP" dirty="0"/>
              <a:t>3</a:t>
            </a:r>
            <a:r>
              <a:rPr kumimoji="1" lang="ja-JP" altLang="en-US" dirty="0"/>
              <a:t>つに分かれ，これは何も持っていない人間が知らない場所でどこかに移動する前に取る行動とよく似ていると思います．</a:t>
            </a:r>
            <a:endParaRPr kumimoji="1" lang="en-US" altLang="ja-JP" dirty="0"/>
          </a:p>
          <a:p>
            <a:r>
              <a:rPr kumimoji="1" lang="ja-JP" altLang="en-US" dirty="0"/>
              <a:t>まず最初にセンサで観測することで周囲の環境を把握します．未知環境では人は周りを見渡しながら次の行動をとると思いますが，ロボットにとってはこれが周囲を見渡すことにあたります．</a:t>
            </a:r>
            <a:endParaRPr kumimoji="1" lang="en-US" altLang="ja-JP" dirty="0"/>
          </a:p>
          <a:p>
            <a:r>
              <a:rPr kumimoji="1" lang="ja-JP" altLang="en-US" dirty="0"/>
              <a:t>次に観測して蓄積された情報を元につなぎ合わせて地図を作成します．</a:t>
            </a:r>
            <a:br>
              <a:rPr kumimoji="1" lang="en-US" altLang="ja-JP" dirty="0"/>
            </a:br>
            <a:r>
              <a:rPr kumimoji="1" lang="ja-JP" altLang="en-US" dirty="0"/>
              <a:t>最後に自身が作成した地図において自分がどこにいるかを推定します．</a:t>
            </a:r>
            <a:endParaRPr kumimoji="1" lang="en-US" altLang="ja-JP" dirty="0"/>
          </a:p>
          <a:p>
            <a:r>
              <a:rPr kumimoji="1" lang="ja-JP" altLang="en-US" dirty="0"/>
              <a:t>これら</a:t>
            </a:r>
            <a:r>
              <a:rPr kumimoji="1" lang="en-US" altLang="ja-JP" dirty="0"/>
              <a:t>3</a:t>
            </a:r>
            <a:r>
              <a:rPr kumimoji="1" lang="ja-JP" altLang="en-US" dirty="0"/>
              <a:t>つを同時並行で行い，リアルタイムで自分がどこにいるかを認識する技術が</a:t>
            </a:r>
            <a:r>
              <a:rPr kumimoji="1" lang="en-US" altLang="ja-JP" dirty="0"/>
              <a:t>SLAM</a:t>
            </a:r>
            <a:r>
              <a:rPr kumimoji="1" lang="ja-JP" altLang="en-US" dirty="0"/>
              <a:t>になります．</a:t>
            </a:r>
            <a:endParaRPr kumimoji="1" lang="en-US" altLang="ja-JP" dirty="0"/>
          </a:p>
          <a:p>
            <a:r>
              <a:rPr kumimoji="1" lang="ja-JP" altLang="en-US" dirty="0"/>
              <a:t>私はこのセンサで観測するという部分を工夫しようと考えております．</a:t>
            </a:r>
            <a:endParaRPr kumimoji="1" lang="en-US" altLang="ja-JP" dirty="0"/>
          </a:p>
        </p:txBody>
      </p:sp>
      <p:sp>
        <p:nvSpPr>
          <p:cNvPr id="4" name="スライド番号プレースホルダー 3"/>
          <p:cNvSpPr>
            <a:spLocks noGrp="1"/>
          </p:cNvSpPr>
          <p:nvPr>
            <p:ph type="sldNum" sz="quarter" idx="5"/>
          </p:nvPr>
        </p:nvSpPr>
        <p:spPr/>
        <p:txBody>
          <a:bodyPr/>
          <a:lstStyle/>
          <a:p>
            <a:fld id="{4E170B34-5CB9-4F28-95F7-58933E9937F4}" type="slidenum">
              <a:rPr kumimoji="1" lang="ja-JP" altLang="en-US" smtClean="0"/>
              <a:t>3</a:t>
            </a:fld>
            <a:endParaRPr kumimoji="1" lang="ja-JP" altLang="en-US"/>
          </a:p>
        </p:txBody>
      </p:sp>
    </p:spTree>
    <p:extLst>
      <p:ext uri="{BB962C8B-B14F-4D97-AF65-F5344CB8AC3E}">
        <p14:creationId xmlns:p14="http://schemas.microsoft.com/office/powerpoint/2010/main" val="363943983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dirty="0"/>
              <a:t>こちらは具体的なソフトウェア構成で，大きく二つで構成されます．</a:t>
            </a:r>
            <a:endParaRPr kumimoji="1" lang="en-US" altLang="ja-JP" dirty="0"/>
          </a:p>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dirty="0"/>
              <a:t>一つ目は</a:t>
            </a:r>
            <a:r>
              <a:rPr lang="ja-JP" altLang="en-US" dirty="0"/>
              <a:t>魚眼カメラから取得してきた</a:t>
            </a:r>
            <a:r>
              <a:rPr lang="en-US" altLang="ja-JP" dirty="0"/>
              <a:t>4</a:t>
            </a:r>
            <a:r>
              <a:rPr lang="ja-JP" altLang="en-US" dirty="0"/>
              <a:t>枚のカラー画像をパノラマ深度画像に変換するプログラム</a:t>
            </a:r>
            <a:r>
              <a:rPr kumimoji="1" lang="ja-JP" altLang="en-US" dirty="0"/>
              <a:t>です．</a:t>
            </a:r>
            <a:br>
              <a:rPr kumimoji="1" lang="en-US" altLang="ja-JP" dirty="0"/>
            </a:br>
            <a:r>
              <a:rPr lang="ja-JP" altLang="en-US" dirty="0"/>
              <a:t>深度画像とは各ピクセルに距離情報が入ったマップです．</a:t>
            </a:r>
            <a:r>
              <a:rPr lang="en-US" altLang="ja-JP" dirty="0"/>
              <a:t>360°</a:t>
            </a:r>
            <a:r>
              <a:rPr lang="ja-JP" altLang="en-US" dirty="0"/>
              <a:t>をカバーするパノラマ深度画像を作成することで</a:t>
            </a:r>
            <a:br>
              <a:rPr lang="en-US" altLang="ja-JP" dirty="0"/>
            </a:br>
            <a:r>
              <a:rPr lang="ja-JP" altLang="en-US" dirty="0"/>
              <a:t>周囲の</a:t>
            </a:r>
            <a:r>
              <a:rPr lang="en-US" altLang="ja-JP" dirty="0"/>
              <a:t>3</a:t>
            </a:r>
            <a:r>
              <a:rPr lang="ja-JP" altLang="en-US" dirty="0"/>
              <a:t>次元情報を把握することが出来ます．</a:t>
            </a:r>
            <a:endParaRPr lang="en-US" altLang="ja-JP" dirty="0"/>
          </a:p>
          <a:p>
            <a:pPr marL="0" marR="0" lvl="0" indent="0" algn="l" defTabSz="914400" rtl="0" eaLnBrk="1" fontAlgn="auto" latinLnBrk="0" hangingPunct="1">
              <a:lnSpc>
                <a:spcPct val="100000"/>
              </a:lnSpc>
              <a:spcBef>
                <a:spcPts val="0"/>
              </a:spcBef>
              <a:spcAft>
                <a:spcPts val="0"/>
              </a:spcAft>
              <a:buClrTx/>
              <a:buSzTx/>
              <a:buFontTx/>
              <a:buNone/>
              <a:tabLst/>
              <a:defRPr/>
            </a:pPr>
            <a:r>
              <a:rPr lang="ja-JP" altLang="en-US" dirty="0"/>
              <a:t>二つ目は地図作成と自己位置推定を行うプログラムです．</a:t>
            </a:r>
            <a:endParaRPr lang="en-US" altLang="ja-JP" dirty="0"/>
          </a:p>
          <a:p>
            <a:pPr marL="0" marR="0" lvl="0" indent="0" algn="l" defTabSz="914400" rtl="0" eaLnBrk="1" fontAlgn="auto" latinLnBrk="0" hangingPunct="1">
              <a:lnSpc>
                <a:spcPct val="100000"/>
              </a:lnSpc>
              <a:spcBef>
                <a:spcPts val="0"/>
              </a:spcBef>
              <a:spcAft>
                <a:spcPts val="0"/>
              </a:spcAft>
              <a:buClrTx/>
              <a:buSzTx/>
              <a:buFontTx/>
              <a:buNone/>
              <a:tabLst/>
              <a:defRPr/>
            </a:pPr>
            <a:r>
              <a:rPr lang="ja-JP" altLang="en-US" dirty="0"/>
              <a:t>こちらは既存のプログラムを活用して，信頼性の高い</a:t>
            </a:r>
            <a:r>
              <a:rPr lang="en-US" altLang="ja-JP" dirty="0"/>
              <a:t>SLAM</a:t>
            </a:r>
            <a:r>
              <a:rPr lang="ja-JP" altLang="en-US" dirty="0"/>
              <a:t>システムを構成する予定です．</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ja-JP" dirty="0"/>
          </a:p>
        </p:txBody>
      </p:sp>
      <p:sp>
        <p:nvSpPr>
          <p:cNvPr id="4" name="スライド番号プレースホルダー 3"/>
          <p:cNvSpPr>
            <a:spLocks noGrp="1"/>
          </p:cNvSpPr>
          <p:nvPr>
            <p:ph type="sldNum" sz="quarter" idx="5"/>
          </p:nvPr>
        </p:nvSpPr>
        <p:spPr/>
        <p:txBody>
          <a:bodyPr/>
          <a:lstStyle/>
          <a:p>
            <a:fld id="{4E170B34-5CB9-4F28-95F7-58933E9937F4}" type="slidenum">
              <a:rPr kumimoji="1" lang="ja-JP" altLang="en-US" smtClean="0"/>
              <a:t>4</a:t>
            </a:fld>
            <a:endParaRPr kumimoji="1" lang="ja-JP" altLang="en-US"/>
          </a:p>
        </p:txBody>
      </p:sp>
    </p:spTree>
    <p:extLst>
      <p:ext uri="{BB962C8B-B14F-4D97-AF65-F5344CB8AC3E}">
        <p14:creationId xmlns:p14="http://schemas.microsoft.com/office/powerpoint/2010/main" val="395321136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dirty="0"/>
              <a:t>先ほどのプログラムを実現するためのハードウェア構成について説明します．</a:t>
            </a:r>
            <a:br>
              <a:rPr kumimoji="1" lang="en-US" altLang="ja-JP" dirty="0"/>
            </a:br>
            <a:r>
              <a:rPr kumimoji="1" lang="ja-JP" altLang="en-US" dirty="0"/>
              <a:t>大きく</a:t>
            </a:r>
            <a:r>
              <a:rPr kumimoji="1" lang="en-US" altLang="ja-JP" dirty="0"/>
              <a:t>3</a:t>
            </a:r>
            <a:r>
              <a:rPr kumimoji="1" lang="ja-JP" altLang="en-US" dirty="0"/>
              <a:t>つのパーツに分かれており，一つ目が</a:t>
            </a:r>
            <a:r>
              <a:rPr kumimoji="1" lang="en-US" altLang="ja-JP" dirty="0" err="1"/>
              <a:t>JetsonAGXOrin</a:t>
            </a:r>
            <a:r>
              <a:rPr kumimoji="1" lang="ja-JP" altLang="en-US" dirty="0"/>
              <a:t>．</a:t>
            </a:r>
            <a:br>
              <a:rPr kumimoji="1" lang="en-US" altLang="ja-JP" dirty="0"/>
            </a:br>
            <a:r>
              <a:rPr lang="ja-JP" altLang="en-US" dirty="0"/>
              <a:t>小型で高性能な組み込み</a:t>
            </a:r>
            <a:r>
              <a:rPr lang="en-US" altLang="ja-JP" dirty="0"/>
              <a:t>AI</a:t>
            </a:r>
            <a:r>
              <a:rPr lang="ja-JP" altLang="en-US" dirty="0"/>
              <a:t>コンピューティングプラットフォームです．</a:t>
            </a:r>
            <a:endParaRPr lang="en-US" altLang="ja-JP" dirty="0"/>
          </a:p>
          <a:p>
            <a:pPr marL="0" marR="0" lvl="0" indent="0" algn="l" defTabSz="914400" rtl="0" eaLnBrk="1" fontAlgn="auto" latinLnBrk="0" hangingPunct="1">
              <a:lnSpc>
                <a:spcPct val="100000"/>
              </a:lnSpc>
              <a:spcBef>
                <a:spcPts val="0"/>
              </a:spcBef>
              <a:spcAft>
                <a:spcPts val="0"/>
              </a:spcAft>
              <a:buClrTx/>
              <a:buSzTx/>
              <a:buFontTx/>
              <a:buNone/>
              <a:tabLst/>
              <a:defRPr/>
            </a:pPr>
            <a:r>
              <a:rPr lang="ja-JP" altLang="en-US" dirty="0"/>
              <a:t>二つ目が魚眼カメラ．約</a:t>
            </a:r>
            <a:r>
              <a:rPr lang="en-US" altLang="ja-JP" dirty="0"/>
              <a:t>220°</a:t>
            </a:r>
            <a:r>
              <a:rPr lang="ja-JP" altLang="en-US" dirty="0"/>
              <a:t>の視野角を持ち，上段</a:t>
            </a:r>
            <a:r>
              <a:rPr lang="en-US" altLang="ja-JP" dirty="0"/>
              <a:t>2</a:t>
            </a:r>
            <a:r>
              <a:rPr lang="ja-JP" altLang="en-US" dirty="0"/>
              <a:t>つ下段</a:t>
            </a:r>
            <a:r>
              <a:rPr lang="en-US" altLang="ja-JP" dirty="0"/>
              <a:t>2</a:t>
            </a:r>
            <a:r>
              <a:rPr lang="ja-JP" altLang="en-US" dirty="0"/>
              <a:t>つに四方に向くように配置します．</a:t>
            </a:r>
            <a:endParaRPr lang="en-US" altLang="ja-JP"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ja-JP" dirty="0"/>
              <a:t>3</a:t>
            </a:r>
            <a:r>
              <a:rPr lang="ja-JP" altLang="en-US" dirty="0"/>
              <a:t>つ目がカメラを固定するためのカメラフレームです．これは</a:t>
            </a:r>
            <a:r>
              <a:rPr lang="en-US" altLang="ja-JP" dirty="0"/>
              <a:t>3D</a:t>
            </a:r>
            <a:r>
              <a:rPr lang="ja-JP" altLang="en-US" dirty="0"/>
              <a:t>プリンターで作成しました．</a:t>
            </a:r>
            <a:endParaRPr lang="en-US" altLang="ja-JP" dirty="0"/>
          </a:p>
          <a:p>
            <a:pPr marL="0" marR="0" lvl="0" indent="0" algn="l" defTabSz="914400" rtl="0" eaLnBrk="1" fontAlgn="auto" latinLnBrk="0" hangingPunct="1">
              <a:lnSpc>
                <a:spcPct val="100000"/>
              </a:lnSpc>
              <a:spcBef>
                <a:spcPts val="0"/>
              </a:spcBef>
              <a:spcAft>
                <a:spcPts val="0"/>
              </a:spcAft>
              <a:buClrTx/>
              <a:buSzTx/>
              <a:buFontTx/>
              <a:buNone/>
              <a:tabLst/>
              <a:defRPr/>
            </a:pPr>
            <a:r>
              <a:rPr lang="ja-JP" altLang="en-US" dirty="0"/>
              <a:t>これら</a:t>
            </a:r>
            <a:r>
              <a:rPr lang="en-US" altLang="ja-JP" dirty="0"/>
              <a:t>3</a:t>
            </a:r>
            <a:r>
              <a:rPr lang="ja-JP" altLang="en-US" dirty="0"/>
              <a:t>つを組み立てて画像のようなハードウェアを構成します．</a:t>
            </a:r>
            <a:endParaRPr lang="en-US" altLang="ja-JP"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ja-JP"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ja-JP"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ja-JP" dirty="0"/>
          </a:p>
          <a:p>
            <a:endParaRPr kumimoji="1" lang="ja-JP" altLang="en-US" dirty="0"/>
          </a:p>
        </p:txBody>
      </p:sp>
      <p:sp>
        <p:nvSpPr>
          <p:cNvPr id="4" name="スライド番号プレースホルダー 3"/>
          <p:cNvSpPr>
            <a:spLocks noGrp="1"/>
          </p:cNvSpPr>
          <p:nvPr>
            <p:ph type="sldNum" sz="quarter" idx="5"/>
          </p:nvPr>
        </p:nvSpPr>
        <p:spPr/>
        <p:txBody>
          <a:bodyPr/>
          <a:lstStyle/>
          <a:p>
            <a:fld id="{4E170B34-5CB9-4F28-95F7-58933E9937F4}" type="slidenum">
              <a:rPr kumimoji="1" lang="ja-JP" altLang="en-US" smtClean="0"/>
              <a:t>5</a:t>
            </a:fld>
            <a:endParaRPr kumimoji="1" lang="ja-JP" altLang="en-US"/>
          </a:p>
        </p:txBody>
      </p:sp>
    </p:spTree>
    <p:extLst>
      <p:ext uri="{BB962C8B-B14F-4D97-AF65-F5344CB8AC3E}">
        <p14:creationId xmlns:p14="http://schemas.microsoft.com/office/powerpoint/2010/main" val="330227812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a:xfrm>
            <a:off x="1371600" y="1143000"/>
            <a:ext cx="4114800" cy="3086100"/>
          </a:xfrm>
        </p:spPr>
      </p:sp>
      <p:sp>
        <p:nvSpPr>
          <p:cNvPr id="3" name="ノート プレースホルダー 2"/>
          <p:cNvSpPr>
            <a:spLocks noGrp="1"/>
          </p:cNvSpPr>
          <p:nvPr>
            <p:ph type="body" idx="1"/>
          </p:nvPr>
        </p:nvSpPr>
        <p:spPr/>
        <p:txBody>
          <a:bodyPr/>
          <a:lstStyle/>
          <a:p>
            <a:r>
              <a:rPr kumimoji="1" lang="ja-JP" altLang="en-US" dirty="0"/>
              <a:t>構築するプログラムのアルゴリズムについて改めて説明させていただきます．</a:t>
            </a:r>
            <a:endParaRPr kumimoji="1" lang="en-US" altLang="ja-JP" dirty="0"/>
          </a:p>
          <a:p>
            <a:r>
              <a:rPr kumimoji="1" lang="ja-JP" altLang="en-US" dirty="0"/>
              <a:t>こちらは先ほど説明したハードウェアを模式的に表した図です．</a:t>
            </a:r>
            <a:endParaRPr kumimoji="1" lang="en-US" altLang="ja-JP" dirty="0"/>
          </a:p>
          <a:p>
            <a:r>
              <a:rPr kumimoji="1" lang="ja-JP" altLang="en-US" dirty="0"/>
              <a:t>この扇形が魚眼カメラを表していて，視野を表しています．</a:t>
            </a:r>
            <a:endParaRPr kumimoji="1" lang="en-US" altLang="ja-JP" dirty="0"/>
          </a:p>
          <a:p>
            <a:r>
              <a:rPr kumimoji="1" lang="ja-JP" altLang="en-US" dirty="0"/>
              <a:t>灰色のオブジェクトは適当に配置した障害物で，図のように周囲が長方形の壁で囲われたような状況に関して考えます．</a:t>
            </a:r>
          </a:p>
        </p:txBody>
      </p:sp>
      <p:sp>
        <p:nvSpPr>
          <p:cNvPr id="4" name="スライド番号プレースホルダー 3"/>
          <p:cNvSpPr>
            <a:spLocks noGrp="1"/>
          </p:cNvSpPr>
          <p:nvPr>
            <p:ph type="sldNum" sz="quarter" idx="5"/>
          </p:nvPr>
        </p:nvSpPr>
        <p:spPr/>
        <p:txBody>
          <a:bodyPr/>
          <a:lstStyle/>
          <a:p>
            <a:fld id="{DA21F1EB-BD56-49F9-AE01-F1F4E146A1A8}" type="slidenum">
              <a:rPr kumimoji="1" lang="ja-JP" altLang="en-US" smtClean="0"/>
              <a:t>6</a:t>
            </a:fld>
            <a:endParaRPr kumimoji="1" lang="ja-JP" altLang="en-US"/>
          </a:p>
        </p:txBody>
      </p:sp>
    </p:spTree>
    <p:extLst>
      <p:ext uri="{BB962C8B-B14F-4D97-AF65-F5344CB8AC3E}">
        <p14:creationId xmlns:p14="http://schemas.microsoft.com/office/powerpoint/2010/main" val="424743888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229E6E-087E-C642-44D5-30A4BA3527FA}"/>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B5E53386-7E5C-2379-A895-482F2211B551}"/>
              </a:ext>
            </a:extLst>
          </p:cNvPr>
          <p:cNvSpPr>
            <a:spLocks noGrp="1" noRot="1" noChangeAspect="1"/>
          </p:cNvSpPr>
          <p:nvPr>
            <p:ph type="sldImg"/>
          </p:nvPr>
        </p:nvSpPr>
        <p:spPr>
          <a:xfrm>
            <a:off x="1371600" y="1143000"/>
            <a:ext cx="4114800" cy="3086100"/>
          </a:xfrm>
        </p:spPr>
      </p:sp>
      <p:sp>
        <p:nvSpPr>
          <p:cNvPr id="3" name="ノート プレースホルダー 2">
            <a:extLst>
              <a:ext uri="{FF2B5EF4-FFF2-40B4-BE49-F238E27FC236}">
                <a16:creationId xmlns:a16="http://schemas.microsoft.com/office/drawing/2014/main" id="{668026D7-DB61-886C-C955-C9528A3FEC56}"/>
              </a:ext>
            </a:extLst>
          </p:cNvPr>
          <p:cNvSpPr>
            <a:spLocks noGrp="1"/>
          </p:cNvSpPr>
          <p:nvPr>
            <p:ph type="body" idx="1"/>
          </p:nvPr>
        </p:nvSpPr>
        <p:spPr/>
        <p:txBody>
          <a:bodyPr/>
          <a:lstStyle/>
          <a:p>
            <a:r>
              <a:rPr kumimoji="1" lang="ja-JP" altLang="en-US" dirty="0"/>
              <a:t>いきなり深度マップが取れるわけではなく，深度を各ピクセルに対して求めていく必要があります．</a:t>
            </a:r>
            <a:endParaRPr kumimoji="1" lang="en-US" altLang="ja-JP" dirty="0"/>
          </a:p>
          <a:p>
            <a:r>
              <a:rPr kumimoji="1" lang="ja-JP" altLang="en-US" dirty="0"/>
              <a:t>そして，ある基準カメラでのあるピクセルに関して深度を推定することを考えます．青矢印は基準カメラから見たそのピクセルの方向を表しています．</a:t>
            </a:r>
            <a:br>
              <a:rPr kumimoji="1" lang="en-US" altLang="ja-JP" dirty="0"/>
            </a:br>
            <a:r>
              <a:rPr kumimoji="1" lang="ja-JP" altLang="en-US" dirty="0"/>
              <a:t>正確に深度を取ることが出来れば図の青点の深度が得られるはずですが，一つのカメラでは深度を取ることが出来ません．</a:t>
            </a:r>
            <a:endParaRPr kumimoji="1" lang="en-US" altLang="ja-JP" dirty="0"/>
          </a:p>
        </p:txBody>
      </p:sp>
      <p:sp>
        <p:nvSpPr>
          <p:cNvPr id="4" name="スライド番号プレースホルダー 3">
            <a:extLst>
              <a:ext uri="{FF2B5EF4-FFF2-40B4-BE49-F238E27FC236}">
                <a16:creationId xmlns:a16="http://schemas.microsoft.com/office/drawing/2014/main" id="{E013C012-8ADC-F17E-328B-48C5DDBC0E49}"/>
              </a:ext>
            </a:extLst>
          </p:cNvPr>
          <p:cNvSpPr>
            <a:spLocks noGrp="1"/>
          </p:cNvSpPr>
          <p:nvPr>
            <p:ph type="sldNum" sz="quarter" idx="5"/>
          </p:nvPr>
        </p:nvSpPr>
        <p:spPr/>
        <p:txBody>
          <a:bodyPr/>
          <a:lstStyle/>
          <a:p>
            <a:fld id="{DA21F1EB-BD56-49F9-AE01-F1F4E146A1A8}" type="slidenum">
              <a:rPr kumimoji="1" lang="ja-JP" altLang="en-US" smtClean="0"/>
              <a:t>7</a:t>
            </a:fld>
            <a:endParaRPr kumimoji="1" lang="ja-JP" altLang="en-US"/>
          </a:p>
        </p:txBody>
      </p:sp>
    </p:spTree>
    <p:extLst>
      <p:ext uri="{BB962C8B-B14F-4D97-AF65-F5344CB8AC3E}">
        <p14:creationId xmlns:p14="http://schemas.microsoft.com/office/powerpoint/2010/main" val="88411462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7E62AC1-D851-F6D9-B18E-9994D2F6B5D2}"/>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67A7064B-F1FD-A6FD-12BE-2E6074A720C7}"/>
              </a:ext>
            </a:extLst>
          </p:cNvPr>
          <p:cNvSpPr>
            <a:spLocks noGrp="1" noRot="1" noChangeAspect="1"/>
          </p:cNvSpPr>
          <p:nvPr>
            <p:ph type="sldImg"/>
          </p:nvPr>
        </p:nvSpPr>
        <p:spPr>
          <a:xfrm>
            <a:off x="1371600" y="1143000"/>
            <a:ext cx="4114800" cy="3086100"/>
          </a:xfrm>
        </p:spPr>
      </p:sp>
      <p:sp>
        <p:nvSpPr>
          <p:cNvPr id="3" name="ノート プレースホルダー 2">
            <a:extLst>
              <a:ext uri="{FF2B5EF4-FFF2-40B4-BE49-F238E27FC236}">
                <a16:creationId xmlns:a16="http://schemas.microsoft.com/office/drawing/2014/main" id="{32E29275-404B-25F2-08B7-7D063C216F04}"/>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dirty="0"/>
              <a:t>ここで基準カメラとは別の補助カメラを選びます．また，基準カメラからの距離を仮定し，その値を変化させた時，補助カメラから見たその点の位置が変化するという現象を利用します．</a:t>
            </a:r>
            <a:br>
              <a:rPr kumimoji="1" lang="en-US" altLang="ja-JP" dirty="0"/>
            </a:br>
            <a:r>
              <a:rPr kumimoji="1" lang="ja-JP" altLang="en-US" dirty="0"/>
              <a:t>これをアニメーションで見せたいと思います．赤点が深度を仮定して</a:t>
            </a:r>
            <a:r>
              <a:rPr kumimoji="1" lang="en-US" altLang="ja-JP" dirty="0"/>
              <a:t>3</a:t>
            </a:r>
            <a:r>
              <a:rPr kumimoji="1" lang="ja-JP" altLang="en-US" dirty="0"/>
              <a:t>次元空間にプロットした点で，赤い矢印が赤点が補助カメラから見てどのピクセルに投影されているかを表しています．</a:t>
            </a:r>
            <a:br>
              <a:rPr kumimoji="1" lang="en-US" altLang="ja-JP" dirty="0"/>
            </a:br>
            <a:r>
              <a:rPr kumimoji="1" lang="ja-JP" altLang="en-US" dirty="0"/>
              <a:t>今から赤点の深度を深くしますので，赤矢印にご注目ください．ご覧のように深度によって他カメラから見るとその点は移動して見えます．</a:t>
            </a:r>
            <a:endParaRPr kumimoji="1" lang="en-US" altLang="ja-JP" dirty="0"/>
          </a:p>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dirty="0"/>
              <a:t>このことから実際に補助カメラで認識している色情報と，仮定した深さの色情報を比較したとき，その深度が正しければ補助カメラから見たそのピクセルの色情報は近いはずです．</a:t>
            </a:r>
            <a:br>
              <a:rPr kumimoji="1" lang="en-US" altLang="ja-JP" dirty="0"/>
            </a:br>
            <a:r>
              <a:rPr kumimoji="1" lang="ja-JP" altLang="en-US" dirty="0"/>
              <a:t>この原理を利用して具体的な手法について説明します．</a:t>
            </a:r>
          </a:p>
        </p:txBody>
      </p:sp>
      <p:sp>
        <p:nvSpPr>
          <p:cNvPr id="4" name="スライド番号プレースホルダー 3">
            <a:extLst>
              <a:ext uri="{FF2B5EF4-FFF2-40B4-BE49-F238E27FC236}">
                <a16:creationId xmlns:a16="http://schemas.microsoft.com/office/drawing/2014/main" id="{15A82FCB-992F-084C-DFD1-2883F1816436}"/>
              </a:ext>
            </a:extLst>
          </p:cNvPr>
          <p:cNvSpPr>
            <a:spLocks noGrp="1"/>
          </p:cNvSpPr>
          <p:nvPr>
            <p:ph type="sldNum" sz="quarter" idx="5"/>
          </p:nvPr>
        </p:nvSpPr>
        <p:spPr/>
        <p:txBody>
          <a:bodyPr/>
          <a:lstStyle/>
          <a:p>
            <a:fld id="{DA21F1EB-BD56-49F9-AE01-F1F4E146A1A8}" type="slidenum">
              <a:rPr kumimoji="1" lang="ja-JP" altLang="en-US" smtClean="0"/>
              <a:t>8</a:t>
            </a:fld>
            <a:endParaRPr kumimoji="1" lang="ja-JP" altLang="en-US"/>
          </a:p>
        </p:txBody>
      </p:sp>
    </p:spTree>
    <p:extLst>
      <p:ext uri="{BB962C8B-B14F-4D97-AF65-F5344CB8AC3E}">
        <p14:creationId xmlns:p14="http://schemas.microsoft.com/office/powerpoint/2010/main" val="381292629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1591CA-D5C5-AE2D-95F2-170F4735DB62}"/>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9B259CF1-5B24-570E-D16A-E7BBC4C1CCED}"/>
              </a:ext>
            </a:extLst>
          </p:cNvPr>
          <p:cNvSpPr>
            <a:spLocks noGrp="1" noRot="1" noChangeAspect="1"/>
          </p:cNvSpPr>
          <p:nvPr>
            <p:ph type="sldImg"/>
          </p:nvPr>
        </p:nvSpPr>
        <p:spPr>
          <a:xfrm>
            <a:off x="1371600" y="1143000"/>
            <a:ext cx="4114800" cy="3086100"/>
          </a:xfrm>
        </p:spPr>
      </p:sp>
      <p:sp>
        <p:nvSpPr>
          <p:cNvPr id="3" name="ノート プレースホルダー 2">
            <a:extLst>
              <a:ext uri="{FF2B5EF4-FFF2-40B4-BE49-F238E27FC236}">
                <a16:creationId xmlns:a16="http://schemas.microsoft.com/office/drawing/2014/main" id="{FD349820-1A9F-CC84-35CC-C170F86BCDFE}"/>
              </a:ext>
            </a:extLst>
          </p:cNvPr>
          <p:cNvSpPr>
            <a:spLocks noGrp="1"/>
          </p:cNvSpPr>
          <p:nvPr>
            <p:ph type="body" idx="1"/>
          </p:nvPr>
        </p:nvSpPr>
        <p:spPr/>
        <p:txBody>
          <a:bodyPr/>
          <a:lstStyle/>
          <a:p>
            <a:r>
              <a:rPr kumimoji="1" lang="ja-JP" altLang="en-US" dirty="0"/>
              <a:t>まずこのように深さの候補をいくつか作ります・</a:t>
            </a:r>
          </a:p>
        </p:txBody>
      </p:sp>
      <p:sp>
        <p:nvSpPr>
          <p:cNvPr id="4" name="スライド番号プレースホルダー 3">
            <a:extLst>
              <a:ext uri="{FF2B5EF4-FFF2-40B4-BE49-F238E27FC236}">
                <a16:creationId xmlns:a16="http://schemas.microsoft.com/office/drawing/2014/main" id="{A0D21FDC-7AC0-58E2-2055-1F49CBDF0BC3}"/>
              </a:ext>
            </a:extLst>
          </p:cNvPr>
          <p:cNvSpPr>
            <a:spLocks noGrp="1"/>
          </p:cNvSpPr>
          <p:nvPr>
            <p:ph type="sldNum" sz="quarter" idx="5"/>
          </p:nvPr>
        </p:nvSpPr>
        <p:spPr/>
        <p:txBody>
          <a:bodyPr/>
          <a:lstStyle/>
          <a:p>
            <a:fld id="{DA21F1EB-BD56-49F9-AE01-F1F4E146A1A8}" type="slidenum">
              <a:rPr kumimoji="1" lang="ja-JP" altLang="en-US" smtClean="0"/>
              <a:t>9</a:t>
            </a:fld>
            <a:endParaRPr kumimoji="1" lang="ja-JP" altLang="en-US"/>
          </a:p>
        </p:txBody>
      </p:sp>
    </p:spTree>
    <p:extLst>
      <p:ext uri="{BB962C8B-B14F-4D97-AF65-F5344CB8AC3E}">
        <p14:creationId xmlns:p14="http://schemas.microsoft.com/office/powerpoint/2010/main" val="318147397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ABDF73-36F2-2794-78ED-AA547D0E1CDD}"/>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B06A3719-28A8-DC5B-48C7-E53416E96B35}"/>
              </a:ext>
            </a:extLst>
          </p:cNvPr>
          <p:cNvSpPr>
            <a:spLocks noGrp="1" noRot="1" noChangeAspect="1"/>
          </p:cNvSpPr>
          <p:nvPr>
            <p:ph type="sldImg"/>
          </p:nvPr>
        </p:nvSpPr>
        <p:spPr>
          <a:xfrm>
            <a:off x="1371600" y="1143000"/>
            <a:ext cx="4114800" cy="3086100"/>
          </a:xfrm>
        </p:spPr>
      </p:sp>
      <p:sp>
        <p:nvSpPr>
          <p:cNvPr id="3" name="ノート プレースホルダー 2">
            <a:extLst>
              <a:ext uri="{FF2B5EF4-FFF2-40B4-BE49-F238E27FC236}">
                <a16:creationId xmlns:a16="http://schemas.microsoft.com/office/drawing/2014/main" id="{47DDD6DC-920D-1089-D966-8ABFB478E2BE}"/>
              </a:ext>
            </a:extLst>
          </p:cNvPr>
          <p:cNvSpPr>
            <a:spLocks noGrp="1"/>
          </p:cNvSpPr>
          <p:nvPr>
            <p:ph type="body" idx="1"/>
          </p:nvPr>
        </p:nvSpPr>
        <p:spPr/>
        <p:txBody>
          <a:bodyPr/>
          <a:lstStyle/>
          <a:p>
            <a:r>
              <a:rPr kumimoji="1" lang="ja-JP" altLang="en-US" dirty="0"/>
              <a:t>次に補助カメラを選び，各深さに対して再投影の座標を計算します．</a:t>
            </a:r>
            <a:endParaRPr kumimoji="1" lang="en-US" altLang="ja-JP" dirty="0"/>
          </a:p>
          <a:p>
            <a:r>
              <a:rPr kumimoji="1" lang="ja-JP" altLang="en-US" dirty="0"/>
              <a:t>そして実際の色と比較して類似度を表すマッチングコストという指標を計算します．</a:t>
            </a:r>
            <a:endParaRPr kumimoji="1" lang="en-US" altLang="ja-JP" dirty="0"/>
          </a:p>
          <a:p>
            <a:r>
              <a:rPr kumimoji="1" lang="ja-JP" altLang="en-US" dirty="0"/>
              <a:t>最後にマッチングコストから最適な深さを推定します．</a:t>
            </a:r>
            <a:endParaRPr kumimoji="1" lang="en-US" altLang="ja-JP" dirty="0"/>
          </a:p>
          <a:p>
            <a:endParaRPr kumimoji="1" lang="ja-JP" altLang="en-US" dirty="0"/>
          </a:p>
        </p:txBody>
      </p:sp>
      <p:sp>
        <p:nvSpPr>
          <p:cNvPr id="4" name="スライド番号プレースホルダー 3">
            <a:extLst>
              <a:ext uri="{FF2B5EF4-FFF2-40B4-BE49-F238E27FC236}">
                <a16:creationId xmlns:a16="http://schemas.microsoft.com/office/drawing/2014/main" id="{604F99C8-0305-37CD-6DC2-43EC3FE8667E}"/>
              </a:ext>
            </a:extLst>
          </p:cNvPr>
          <p:cNvSpPr>
            <a:spLocks noGrp="1"/>
          </p:cNvSpPr>
          <p:nvPr>
            <p:ph type="sldNum" sz="quarter" idx="5"/>
          </p:nvPr>
        </p:nvSpPr>
        <p:spPr/>
        <p:txBody>
          <a:bodyPr/>
          <a:lstStyle/>
          <a:p>
            <a:fld id="{DA21F1EB-BD56-49F9-AE01-F1F4E146A1A8}" type="slidenum">
              <a:rPr kumimoji="1" lang="ja-JP" altLang="en-US" smtClean="0"/>
              <a:t>10</a:t>
            </a:fld>
            <a:endParaRPr kumimoji="1" lang="ja-JP" altLang="en-US"/>
          </a:p>
        </p:txBody>
      </p:sp>
    </p:spTree>
    <p:extLst>
      <p:ext uri="{BB962C8B-B14F-4D97-AF65-F5344CB8AC3E}">
        <p14:creationId xmlns:p14="http://schemas.microsoft.com/office/powerpoint/2010/main" val="2056715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A901027-7623-A10A-932A-92B935FBE86C}"/>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000C5AE0-3DE3-9134-986C-6E4215F19EAA}"/>
              </a:ext>
            </a:extLst>
          </p:cNvPr>
          <p:cNvSpPr>
            <a:spLocks noGrp="1" noRot="1" noChangeAspect="1"/>
          </p:cNvSpPr>
          <p:nvPr>
            <p:ph type="sldImg"/>
          </p:nvPr>
        </p:nvSpPr>
        <p:spPr>
          <a:xfrm>
            <a:off x="1371600" y="1143000"/>
            <a:ext cx="4114800" cy="3086100"/>
          </a:xfrm>
        </p:spPr>
      </p:sp>
      <p:sp>
        <p:nvSpPr>
          <p:cNvPr id="3" name="ノート プレースホルダー 2">
            <a:extLst>
              <a:ext uri="{FF2B5EF4-FFF2-40B4-BE49-F238E27FC236}">
                <a16:creationId xmlns:a16="http://schemas.microsoft.com/office/drawing/2014/main" id="{7167A2AC-9C01-6FD6-78A8-72129525EC25}"/>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46FD945A-C616-D978-15BF-01EA277E981F}"/>
              </a:ext>
            </a:extLst>
          </p:cNvPr>
          <p:cNvSpPr>
            <a:spLocks noGrp="1"/>
          </p:cNvSpPr>
          <p:nvPr>
            <p:ph type="sldNum" sz="quarter" idx="5"/>
          </p:nvPr>
        </p:nvSpPr>
        <p:spPr/>
        <p:txBody>
          <a:bodyPr/>
          <a:lstStyle/>
          <a:p>
            <a:fld id="{DA21F1EB-BD56-49F9-AE01-F1F4E146A1A8}" type="slidenum">
              <a:rPr kumimoji="1" lang="ja-JP" altLang="en-US" smtClean="0"/>
              <a:t>11</a:t>
            </a:fld>
            <a:endParaRPr kumimoji="1" lang="ja-JP" altLang="en-US"/>
          </a:p>
        </p:txBody>
      </p:sp>
    </p:spTree>
    <p:extLst>
      <p:ext uri="{BB962C8B-B14F-4D97-AF65-F5344CB8AC3E}">
        <p14:creationId xmlns:p14="http://schemas.microsoft.com/office/powerpoint/2010/main" val="117443490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23E87D5-911A-A5E8-CD9D-44570EC2D87C}"/>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926DC9AF-D13D-45D2-8212-44F2E0A824FF}"/>
              </a:ext>
            </a:extLst>
          </p:cNvPr>
          <p:cNvSpPr>
            <a:spLocks noGrp="1" noRot="1" noChangeAspect="1"/>
          </p:cNvSpPr>
          <p:nvPr>
            <p:ph type="sldImg"/>
          </p:nvPr>
        </p:nvSpPr>
        <p:spPr>
          <a:xfrm>
            <a:off x="1371600" y="1143000"/>
            <a:ext cx="4114800" cy="3086100"/>
          </a:xfrm>
        </p:spPr>
      </p:sp>
      <p:sp>
        <p:nvSpPr>
          <p:cNvPr id="3" name="ノート プレースホルダー 2">
            <a:extLst>
              <a:ext uri="{FF2B5EF4-FFF2-40B4-BE49-F238E27FC236}">
                <a16:creationId xmlns:a16="http://schemas.microsoft.com/office/drawing/2014/main" id="{AB378082-AB68-7EF1-9CAC-49A9C9ED3895}"/>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82E3B660-A164-0334-14CC-2A1A3764EC8C}"/>
              </a:ext>
            </a:extLst>
          </p:cNvPr>
          <p:cNvSpPr>
            <a:spLocks noGrp="1"/>
          </p:cNvSpPr>
          <p:nvPr>
            <p:ph type="sldNum" sz="quarter" idx="5"/>
          </p:nvPr>
        </p:nvSpPr>
        <p:spPr/>
        <p:txBody>
          <a:bodyPr/>
          <a:lstStyle/>
          <a:p>
            <a:fld id="{DA21F1EB-BD56-49F9-AE01-F1F4E146A1A8}" type="slidenum">
              <a:rPr kumimoji="1" lang="ja-JP" altLang="en-US" smtClean="0"/>
              <a:t>12</a:t>
            </a:fld>
            <a:endParaRPr kumimoji="1" lang="ja-JP" altLang="en-US"/>
          </a:p>
        </p:txBody>
      </p:sp>
    </p:spTree>
    <p:extLst>
      <p:ext uri="{BB962C8B-B14F-4D97-AF65-F5344CB8AC3E}">
        <p14:creationId xmlns:p14="http://schemas.microsoft.com/office/powerpoint/2010/main" val="327854675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dirty="0"/>
              <a:t>この点は</a:t>
            </a:r>
          </a:p>
        </p:txBody>
      </p:sp>
      <p:sp>
        <p:nvSpPr>
          <p:cNvPr id="4" name="スライド番号プレースホルダー 3"/>
          <p:cNvSpPr>
            <a:spLocks noGrp="1"/>
          </p:cNvSpPr>
          <p:nvPr>
            <p:ph type="sldNum" sz="quarter" idx="5"/>
          </p:nvPr>
        </p:nvSpPr>
        <p:spPr/>
        <p:txBody>
          <a:bodyPr/>
          <a:lstStyle/>
          <a:p>
            <a:fld id="{4E170B34-5CB9-4F28-95F7-58933E9937F4}" type="slidenum">
              <a:rPr kumimoji="1" lang="ja-JP" altLang="en-US" smtClean="0"/>
              <a:t>13</a:t>
            </a:fld>
            <a:endParaRPr kumimoji="1" lang="ja-JP" altLang="en-US"/>
          </a:p>
        </p:txBody>
      </p:sp>
    </p:spTree>
    <p:extLst>
      <p:ext uri="{BB962C8B-B14F-4D97-AF65-F5344CB8AC3E}">
        <p14:creationId xmlns:p14="http://schemas.microsoft.com/office/powerpoint/2010/main" val="317069719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dirty="0"/>
          </a:p>
        </p:txBody>
      </p:sp>
      <p:sp>
        <p:nvSpPr>
          <p:cNvPr id="4" name="スライド番号プレースホルダー 3"/>
          <p:cNvSpPr>
            <a:spLocks noGrp="1"/>
          </p:cNvSpPr>
          <p:nvPr>
            <p:ph type="sldNum" sz="quarter" idx="5"/>
          </p:nvPr>
        </p:nvSpPr>
        <p:spPr/>
        <p:txBody>
          <a:bodyPr/>
          <a:lstStyle/>
          <a:p>
            <a:fld id="{DA21F1EB-BD56-49F9-AE01-F1F4E146A1A8}" type="slidenum">
              <a:rPr kumimoji="1" lang="ja-JP" altLang="en-US" smtClean="0"/>
              <a:t>17</a:t>
            </a:fld>
            <a:endParaRPr kumimoji="1" lang="ja-JP" altLang="en-US"/>
          </a:p>
        </p:txBody>
      </p:sp>
    </p:spTree>
    <p:extLst>
      <p:ext uri="{BB962C8B-B14F-4D97-AF65-F5344CB8AC3E}">
        <p14:creationId xmlns:p14="http://schemas.microsoft.com/office/powerpoint/2010/main" val="218288750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タイトル スライド">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122363"/>
            <a:ext cx="7772400" cy="2387600"/>
          </a:xfrm>
        </p:spPr>
        <p:txBody>
          <a:bodyPr anchor="b"/>
          <a:lstStyle>
            <a:lvl1pPr algn="ctr">
              <a:defRPr sz="6000" b="1">
                <a:latin typeface="+mn-ea"/>
                <a:ea typeface="+mn-ea"/>
              </a:defRPr>
            </a:lvl1pPr>
          </a:lstStyle>
          <a:p>
            <a:r>
              <a:rPr lang="ja-JP" altLang="en-US" dirty="0"/>
              <a:t>マスター タイトルの書式設定</a:t>
            </a:r>
            <a:endParaRPr lang="en-US" dirty="0"/>
          </a:p>
        </p:txBody>
      </p:sp>
      <p:sp>
        <p:nvSpPr>
          <p:cNvPr id="3" name="Subtitle 2"/>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ja-JP" altLang="en-US"/>
              <a:t>マスター サブタイトルの書式設定</a:t>
            </a:r>
            <a:endParaRPr lang="en-US" dirty="0"/>
          </a:p>
        </p:txBody>
      </p:sp>
      <p:sp>
        <p:nvSpPr>
          <p:cNvPr id="4" name="Date Placeholder 3"/>
          <p:cNvSpPr>
            <a:spLocks noGrp="1"/>
          </p:cNvSpPr>
          <p:nvPr>
            <p:ph type="dt" sz="half" idx="10"/>
          </p:nvPr>
        </p:nvSpPr>
        <p:spPr/>
        <p:txBody>
          <a:bodyPr/>
          <a:lstStyle/>
          <a:p>
            <a:fld id="{2D8215A1-5493-4817-8D2A-8297ED30F9FA}" type="datetime1">
              <a:rPr kumimoji="1" lang="ja-JP" altLang="en-US" smtClean="0"/>
              <a:t>2025/10/26</a:t>
            </a:fld>
            <a:endParaRPr kumimoji="1" lang="ja-JP" altLang="en-US"/>
          </a:p>
        </p:txBody>
      </p:sp>
      <p:sp>
        <p:nvSpPr>
          <p:cNvPr id="5" name="Footer Placeholder 4"/>
          <p:cNvSpPr>
            <a:spLocks noGrp="1"/>
          </p:cNvSpPr>
          <p:nvPr>
            <p:ph type="ftr" sz="quarter" idx="11"/>
          </p:nvPr>
        </p:nvSpPr>
        <p:spPr/>
        <p:txBody>
          <a:bodyPr/>
          <a:lstStyle/>
          <a:p>
            <a:endParaRPr kumimoji="1" lang="ja-JP" altLang="en-US"/>
          </a:p>
        </p:txBody>
      </p:sp>
      <p:sp>
        <p:nvSpPr>
          <p:cNvPr id="6" name="Slide Number Placeholder 5"/>
          <p:cNvSpPr>
            <a:spLocks noGrp="1"/>
          </p:cNvSpPr>
          <p:nvPr>
            <p:ph type="sldNum" sz="quarter" idx="12"/>
          </p:nvPr>
        </p:nvSpPr>
        <p:spPr/>
        <p:txBody>
          <a:bodyPr/>
          <a:lstStyle>
            <a:lvl1pPr>
              <a:defRPr>
                <a:solidFill>
                  <a:schemeClr val="bg2">
                    <a:lumMod val="75000"/>
                  </a:schemeClr>
                </a:solidFill>
              </a:defRPr>
            </a:lvl1pPr>
          </a:lstStyle>
          <a:p>
            <a:fld id="{673BA9A0-D382-41FB-AB73-7841F3556B1B}" type="slidenum">
              <a:rPr kumimoji="1" lang="ja-JP" altLang="en-US" smtClean="0"/>
              <a:pPr/>
              <a:t>‹#›</a:t>
            </a:fld>
            <a:endParaRPr kumimoji="1" lang="ja-JP" altLang="en-US" dirty="0"/>
          </a:p>
        </p:txBody>
      </p:sp>
    </p:spTree>
    <p:extLst>
      <p:ext uri="{BB962C8B-B14F-4D97-AF65-F5344CB8AC3E}">
        <p14:creationId xmlns:p14="http://schemas.microsoft.com/office/powerpoint/2010/main" val="284663708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タイトルとコンテンツ">
    <p:spTree>
      <p:nvGrpSpPr>
        <p:cNvPr id="1" name=""/>
        <p:cNvGrpSpPr/>
        <p:nvPr/>
      </p:nvGrpSpPr>
      <p:grpSpPr>
        <a:xfrm>
          <a:off x="0" y="0"/>
          <a:ext cx="0" cy="0"/>
          <a:chOff x="0" y="0"/>
          <a:chExt cx="0" cy="0"/>
        </a:xfrm>
      </p:grpSpPr>
      <p:sp>
        <p:nvSpPr>
          <p:cNvPr id="7" name="正方形/長方形 6">
            <a:extLst>
              <a:ext uri="{FF2B5EF4-FFF2-40B4-BE49-F238E27FC236}">
                <a16:creationId xmlns:a16="http://schemas.microsoft.com/office/drawing/2014/main" id="{30FF70FD-4300-ED9A-8308-03BD04CAED81}"/>
              </a:ext>
            </a:extLst>
          </p:cNvPr>
          <p:cNvSpPr/>
          <p:nvPr userDrawn="1"/>
        </p:nvSpPr>
        <p:spPr>
          <a:xfrm>
            <a:off x="0" y="6744"/>
            <a:ext cx="9144000" cy="1261669"/>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350"/>
          </a:p>
        </p:txBody>
      </p:sp>
      <p:sp>
        <p:nvSpPr>
          <p:cNvPr id="2" name="Title 1"/>
          <p:cNvSpPr>
            <a:spLocks noGrp="1"/>
          </p:cNvSpPr>
          <p:nvPr>
            <p:ph type="title"/>
          </p:nvPr>
        </p:nvSpPr>
        <p:spPr>
          <a:xfrm>
            <a:off x="450850" y="361948"/>
            <a:ext cx="8064500" cy="906465"/>
          </a:xfrm>
        </p:spPr>
        <p:txBody>
          <a:bodyPr/>
          <a:lstStyle>
            <a:lvl1pPr>
              <a:defRPr b="1">
                <a:solidFill>
                  <a:schemeClr val="bg1"/>
                </a:solidFill>
                <a:latin typeface="+mn-ea"/>
                <a:ea typeface="+mn-ea"/>
              </a:defRPr>
            </a:lvl1pPr>
          </a:lstStyle>
          <a:p>
            <a:r>
              <a:rPr lang="ja-JP" altLang="en-US" dirty="0"/>
              <a:t>マスター タイトルの書式設定</a:t>
            </a:r>
            <a:endParaRPr lang="en-US" dirty="0"/>
          </a:p>
        </p:txBody>
      </p:sp>
      <p:sp>
        <p:nvSpPr>
          <p:cNvPr id="3" name="Content Placeholder 2"/>
          <p:cNvSpPr>
            <a:spLocks noGrp="1"/>
          </p:cNvSpPr>
          <p:nvPr>
            <p:ph idx="1"/>
          </p:nvPr>
        </p:nvSpPr>
        <p:spPr/>
        <p:txBody>
          <a:bodyPr/>
          <a:lstStyle>
            <a:lvl1pPr>
              <a:defRPr b="1">
                <a:latin typeface="+mn-ea"/>
                <a:ea typeface="+mn-ea"/>
              </a:defRPr>
            </a:lvl1pPr>
            <a:lvl2pPr>
              <a:defRPr b="1">
                <a:latin typeface="+mn-ea"/>
                <a:ea typeface="+mn-ea"/>
              </a:defRPr>
            </a:lvl2pPr>
            <a:lvl3pPr>
              <a:defRPr sz="2400" b="1">
                <a:latin typeface="+mn-ea"/>
                <a:ea typeface="+mn-ea"/>
              </a:defRPr>
            </a:lvl3pPr>
            <a:lvl4pPr>
              <a:defRPr sz="2400" b="1">
                <a:latin typeface="+mn-ea"/>
                <a:ea typeface="+mn-ea"/>
              </a:defRPr>
            </a:lvl4pPr>
            <a:lvl5pPr>
              <a:defRPr sz="2400" b="1">
                <a:latin typeface="+mn-ea"/>
                <a:ea typeface="+mn-ea"/>
              </a:defRPr>
            </a:lvl5pPr>
          </a:lstStyle>
          <a:p>
            <a:pPr lvl="0"/>
            <a:r>
              <a:rPr lang="ja-JP" altLang="en-US" dirty="0"/>
              <a:t>マスター テキストの書式設定</a:t>
            </a:r>
          </a:p>
          <a:p>
            <a:pPr lvl="1"/>
            <a:r>
              <a:rPr lang="ja-JP" altLang="en-US" dirty="0"/>
              <a:t>第 </a:t>
            </a:r>
            <a:r>
              <a:rPr lang="en-US" altLang="ja-JP" dirty="0"/>
              <a:t>2 </a:t>
            </a:r>
            <a:r>
              <a:rPr lang="ja-JP" altLang="en-US" dirty="0"/>
              <a:t>レベル</a:t>
            </a:r>
          </a:p>
          <a:p>
            <a:pPr lvl="2"/>
            <a:r>
              <a:rPr lang="ja-JP" altLang="en-US" dirty="0"/>
              <a:t>第 </a:t>
            </a:r>
            <a:r>
              <a:rPr lang="en-US" altLang="ja-JP" dirty="0"/>
              <a:t>3 </a:t>
            </a:r>
            <a:r>
              <a:rPr lang="ja-JP" altLang="en-US" dirty="0"/>
              <a:t>レベル</a:t>
            </a:r>
          </a:p>
          <a:p>
            <a:pPr lvl="3"/>
            <a:r>
              <a:rPr lang="ja-JP" altLang="en-US" dirty="0"/>
              <a:t>第 </a:t>
            </a:r>
            <a:r>
              <a:rPr lang="en-US" altLang="ja-JP" dirty="0"/>
              <a:t>4 </a:t>
            </a:r>
            <a:r>
              <a:rPr lang="ja-JP" altLang="en-US" dirty="0"/>
              <a:t>レベル</a:t>
            </a:r>
          </a:p>
          <a:p>
            <a:pPr lvl="4"/>
            <a:r>
              <a:rPr lang="ja-JP" altLang="en-US" dirty="0"/>
              <a:t>第 </a:t>
            </a:r>
            <a:r>
              <a:rPr lang="en-US" altLang="ja-JP" dirty="0"/>
              <a:t>5 </a:t>
            </a:r>
            <a:r>
              <a:rPr lang="ja-JP" altLang="en-US" dirty="0"/>
              <a:t>レベル</a:t>
            </a:r>
            <a:endParaRPr lang="en-US" dirty="0"/>
          </a:p>
        </p:txBody>
      </p:sp>
      <p:sp>
        <p:nvSpPr>
          <p:cNvPr id="4" name="Date Placeholder 3"/>
          <p:cNvSpPr>
            <a:spLocks noGrp="1"/>
          </p:cNvSpPr>
          <p:nvPr>
            <p:ph type="dt" sz="half" idx="10"/>
          </p:nvPr>
        </p:nvSpPr>
        <p:spPr/>
        <p:txBody>
          <a:bodyPr/>
          <a:lstStyle/>
          <a:p>
            <a:fld id="{07B50341-56BB-43CE-B960-C2DCE68D0398}" type="datetime1">
              <a:rPr kumimoji="1" lang="ja-JP" altLang="en-US" smtClean="0"/>
              <a:t>2025/10/26</a:t>
            </a:fld>
            <a:endParaRPr kumimoji="1" lang="ja-JP" altLang="en-US"/>
          </a:p>
        </p:txBody>
      </p:sp>
      <p:sp>
        <p:nvSpPr>
          <p:cNvPr id="5" name="Footer Placeholder 4"/>
          <p:cNvSpPr>
            <a:spLocks noGrp="1"/>
          </p:cNvSpPr>
          <p:nvPr>
            <p:ph type="ftr" sz="quarter" idx="11"/>
          </p:nvPr>
        </p:nvSpPr>
        <p:spPr/>
        <p:txBody>
          <a:bodyPr/>
          <a:lstStyle/>
          <a:p>
            <a:endParaRPr kumimoji="1" lang="ja-JP" altLang="en-US"/>
          </a:p>
        </p:txBody>
      </p:sp>
      <p:sp>
        <p:nvSpPr>
          <p:cNvPr id="8" name="Slide Number Placeholder 5">
            <a:extLst>
              <a:ext uri="{FF2B5EF4-FFF2-40B4-BE49-F238E27FC236}">
                <a16:creationId xmlns:a16="http://schemas.microsoft.com/office/drawing/2014/main" id="{5BAA78B1-1F1C-67E5-BFD6-951C98B12DF4}"/>
              </a:ext>
            </a:extLst>
          </p:cNvPr>
          <p:cNvSpPr>
            <a:spLocks noGrp="1"/>
          </p:cNvSpPr>
          <p:nvPr>
            <p:ph type="sldNum" sz="quarter" idx="12"/>
          </p:nvPr>
        </p:nvSpPr>
        <p:spPr>
          <a:xfrm>
            <a:off x="6997700" y="361948"/>
            <a:ext cx="2057400" cy="365125"/>
          </a:xfrm>
        </p:spPr>
        <p:txBody>
          <a:bodyPr/>
          <a:lstStyle/>
          <a:p>
            <a:fld id="{673BA9A0-D382-41FB-AB73-7841F3556B1B}" type="slidenum">
              <a:rPr kumimoji="1" lang="ja-JP" altLang="en-US" smtClean="0"/>
              <a:t>‹#›</a:t>
            </a:fld>
            <a:endParaRPr kumimoji="1" lang="ja-JP" altLang="en-US" dirty="0"/>
          </a:p>
        </p:txBody>
      </p:sp>
    </p:spTree>
    <p:extLst>
      <p:ext uri="{BB962C8B-B14F-4D97-AF65-F5344CB8AC3E}">
        <p14:creationId xmlns:p14="http://schemas.microsoft.com/office/powerpoint/2010/main" val="125741238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セクション見出し">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9"/>
            <a:ext cx="7886700" cy="2852737"/>
          </a:xfrm>
        </p:spPr>
        <p:txBody>
          <a:bodyPr anchor="b"/>
          <a:lstStyle>
            <a:lvl1pPr>
              <a:defRPr sz="6000"/>
            </a:lvl1pPr>
          </a:lstStyle>
          <a:p>
            <a:r>
              <a:rPr lang="ja-JP" altLang="en-US" dirty="0"/>
              <a:t>マスター タイトルの書式設定</a:t>
            </a:r>
            <a:endParaRPr lang="en-US" dirty="0"/>
          </a:p>
        </p:txBody>
      </p:sp>
      <p:sp>
        <p:nvSpPr>
          <p:cNvPr id="3" name="Text Placeholder 2"/>
          <p:cNvSpPr>
            <a:spLocks noGrp="1"/>
          </p:cNvSpPr>
          <p:nvPr>
            <p:ph type="body" idx="1"/>
          </p:nvPr>
        </p:nvSpPr>
        <p:spPr>
          <a:xfrm>
            <a:off x="623888" y="4589464"/>
            <a:ext cx="78867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ja-JP" altLang="en-US" dirty="0"/>
              <a:t>マスター テキストの書式設定</a:t>
            </a:r>
          </a:p>
        </p:txBody>
      </p:sp>
      <p:sp>
        <p:nvSpPr>
          <p:cNvPr id="4" name="Date Placeholder 3"/>
          <p:cNvSpPr>
            <a:spLocks noGrp="1"/>
          </p:cNvSpPr>
          <p:nvPr>
            <p:ph type="dt" sz="half" idx="10"/>
          </p:nvPr>
        </p:nvSpPr>
        <p:spPr/>
        <p:txBody>
          <a:bodyPr/>
          <a:lstStyle/>
          <a:p>
            <a:fld id="{12E356C9-4C4B-4DD9-B094-9C03179085A4}" type="datetime1">
              <a:rPr kumimoji="1" lang="ja-JP" altLang="en-US" smtClean="0"/>
              <a:t>2025/10/26</a:t>
            </a:fld>
            <a:endParaRPr kumimoji="1" lang="ja-JP" altLang="en-US"/>
          </a:p>
        </p:txBody>
      </p:sp>
      <p:sp>
        <p:nvSpPr>
          <p:cNvPr id="5" name="Footer Placeholder 4"/>
          <p:cNvSpPr>
            <a:spLocks noGrp="1"/>
          </p:cNvSpPr>
          <p:nvPr>
            <p:ph type="ftr" sz="quarter" idx="11"/>
          </p:nvPr>
        </p:nvSpPr>
        <p:spPr/>
        <p:txBody>
          <a:bodyPr/>
          <a:lstStyle/>
          <a:p>
            <a:endParaRPr kumimoji="1" lang="ja-JP" altLang="en-US"/>
          </a:p>
        </p:txBody>
      </p:sp>
      <p:sp>
        <p:nvSpPr>
          <p:cNvPr id="6" name="Slide Number Placeholder 5"/>
          <p:cNvSpPr>
            <a:spLocks noGrp="1"/>
          </p:cNvSpPr>
          <p:nvPr>
            <p:ph type="sldNum" sz="quarter" idx="12"/>
          </p:nvPr>
        </p:nvSpPr>
        <p:spPr/>
        <p:txBody>
          <a:bodyPr/>
          <a:lstStyle/>
          <a:p>
            <a:fld id="{673BA9A0-D382-41FB-AB73-7841F3556B1B}" type="slidenum">
              <a:rPr kumimoji="1" lang="ja-JP" altLang="en-US" smtClean="0"/>
              <a:t>‹#›</a:t>
            </a:fld>
            <a:endParaRPr kumimoji="1" lang="ja-JP" altLang="en-US"/>
          </a:p>
        </p:txBody>
      </p:sp>
    </p:spTree>
    <p:extLst>
      <p:ext uri="{BB962C8B-B14F-4D97-AF65-F5344CB8AC3E}">
        <p14:creationId xmlns:p14="http://schemas.microsoft.com/office/powerpoint/2010/main" val="376971104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2 つのコンテンツ">
    <p:spTree>
      <p:nvGrpSpPr>
        <p:cNvPr id="1" name=""/>
        <p:cNvGrpSpPr/>
        <p:nvPr/>
      </p:nvGrpSpPr>
      <p:grpSpPr>
        <a:xfrm>
          <a:off x="0" y="0"/>
          <a:ext cx="0" cy="0"/>
          <a:chOff x="0" y="0"/>
          <a:chExt cx="0" cy="0"/>
        </a:xfrm>
      </p:grpSpPr>
      <p:sp>
        <p:nvSpPr>
          <p:cNvPr id="8" name="正方形/長方形 7">
            <a:extLst>
              <a:ext uri="{FF2B5EF4-FFF2-40B4-BE49-F238E27FC236}">
                <a16:creationId xmlns:a16="http://schemas.microsoft.com/office/drawing/2014/main" id="{48E2A95E-679E-737D-43C3-314A376FE702}"/>
              </a:ext>
            </a:extLst>
          </p:cNvPr>
          <p:cNvSpPr/>
          <p:nvPr userDrawn="1"/>
        </p:nvSpPr>
        <p:spPr>
          <a:xfrm>
            <a:off x="0" y="0"/>
            <a:ext cx="9144000" cy="1268411"/>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350"/>
          </a:p>
        </p:txBody>
      </p:sp>
      <p:sp>
        <p:nvSpPr>
          <p:cNvPr id="2" name="Title 1"/>
          <p:cNvSpPr>
            <a:spLocks noGrp="1"/>
          </p:cNvSpPr>
          <p:nvPr>
            <p:ph type="title"/>
          </p:nvPr>
        </p:nvSpPr>
        <p:spPr/>
        <p:txBody>
          <a:bodyPr/>
          <a:lstStyle>
            <a:lvl1pPr>
              <a:defRPr b="1">
                <a:solidFill>
                  <a:schemeClr val="bg1"/>
                </a:solidFill>
              </a:defRPr>
            </a:lvl1pPr>
          </a:lstStyle>
          <a:p>
            <a:r>
              <a:rPr lang="ja-JP" altLang="en-US" dirty="0"/>
              <a:t>マスター タイトルの書式設定</a:t>
            </a:r>
            <a:endParaRPr lang="en-US" dirty="0"/>
          </a:p>
        </p:txBody>
      </p:sp>
      <p:sp>
        <p:nvSpPr>
          <p:cNvPr id="3" name="Content Placeholder 2"/>
          <p:cNvSpPr>
            <a:spLocks noGrp="1"/>
          </p:cNvSpPr>
          <p:nvPr>
            <p:ph sz="half" idx="1"/>
          </p:nvPr>
        </p:nvSpPr>
        <p:spPr>
          <a:xfrm>
            <a:off x="628650" y="1412875"/>
            <a:ext cx="3886200" cy="4764088"/>
          </a:xfrm>
        </p:spPr>
        <p:txBody>
          <a:bodyPr/>
          <a:lstStyle>
            <a:lvl2pPr>
              <a:defRPr sz="2400"/>
            </a:lvl2pPr>
            <a:lvl3pPr>
              <a:defRPr sz="2400"/>
            </a:lvl3pPr>
            <a:lvl4pPr>
              <a:defRPr sz="2400"/>
            </a:lvl4pPr>
          </a:lstStyle>
          <a:p>
            <a:pPr lvl="0"/>
            <a:r>
              <a:rPr lang="ja-JP" altLang="en-US" dirty="0"/>
              <a:t>マスター テキストの書式設定</a:t>
            </a:r>
          </a:p>
          <a:p>
            <a:pPr lvl="1"/>
            <a:r>
              <a:rPr lang="ja-JP" altLang="en-US" dirty="0"/>
              <a:t>第 </a:t>
            </a:r>
            <a:r>
              <a:rPr lang="en-US" altLang="ja-JP" dirty="0"/>
              <a:t>2 </a:t>
            </a:r>
            <a:r>
              <a:rPr lang="ja-JP" altLang="en-US" dirty="0"/>
              <a:t>レベル</a:t>
            </a:r>
          </a:p>
          <a:p>
            <a:pPr lvl="2"/>
            <a:r>
              <a:rPr lang="ja-JP" altLang="en-US" dirty="0"/>
              <a:t>第 </a:t>
            </a:r>
            <a:r>
              <a:rPr lang="en-US" altLang="ja-JP" dirty="0"/>
              <a:t>3 </a:t>
            </a:r>
            <a:r>
              <a:rPr lang="ja-JP" altLang="en-US" dirty="0"/>
              <a:t>レベル</a:t>
            </a:r>
          </a:p>
          <a:p>
            <a:pPr lvl="3"/>
            <a:r>
              <a:rPr lang="ja-JP" altLang="en-US" dirty="0"/>
              <a:t>第 </a:t>
            </a:r>
            <a:r>
              <a:rPr lang="en-US" altLang="ja-JP" dirty="0"/>
              <a:t>4 </a:t>
            </a:r>
            <a:r>
              <a:rPr lang="ja-JP" altLang="en-US" dirty="0"/>
              <a:t>レベル</a:t>
            </a:r>
          </a:p>
          <a:p>
            <a:pPr lvl="4"/>
            <a:r>
              <a:rPr lang="ja-JP" altLang="en-US" dirty="0"/>
              <a:t>第 </a:t>
            </a:r>
            <a:r>
              <a:rPr lang="en-US" altLang="ja-JP" dirty="0"/>
              <a:t>5 </a:t>
            </a:r>
            <a:r>
              <a:rPr lang="ja-JP" altLang="en-US" dirty="0"/>
              <a:t>レベル</a:t>
            </a:r>
            <a:endParaRPr lang="en-US" dirty="0"/>
          </a:p>
        </p:txBody>
      </p:sp>
      <p:sp>
        <p:nvSpPr>
          <p:cNvPr id="4" name="Content Placeholder 3"/>
          <p:cNvSpPr>
            <a:spLocks noGrp="1"/>
          </p:cNvSpPr>
          <p:nvPr>
            <p:ph sz="half" idx="2"/>
          </p:nvPr>
        </p:nvSpPr>
        <p:spPr>
          <a:xfrm>
            <a:off x="4629150" y="1412875"/>
            <a:ext cx="3886200" cy="4764088"/>
          </a:xfrm>
        </p:spPr>
        <p:txBody>
          <a:bodyPr/>
          <a:lstStyle/>
          <a:p>
            <a:pPr lvl="0"/>
            <a:r>
              <a:rPr lang="ja-JP" altLang="en-US" dirty="0"/>
              <a:t>マスター テキストの書式設定</a:t>
            </a:r>
          </a:p>
          <a:p>
            <a:pPr lvl="1"/>
            <a:r>
              <a:rPr lang="ja-JP" altLang="en-US" dirty="0"/>
              <a:t>第 </a:t>
            </a:r>
            <a:r>
              <a:rPr lang="en-US" altLang="ja-JP" dirty="0"/>
              <a:t>2 </a:t>
            </a:r>
            <a:r>
              <a:rPr lang="ja-JP" altLang="en-US" dirty="0"/>
              <a:t>レベル</a:t>
            </a:r>
          </a:p>
          <a:p>
            <a:pPr lvl="2"/>
            <a:r>
              <a:rPr lang="ja-JP" altLang="en-US" dirty="0"/>
              <a:t>第 </a:t>
            </a:r>
            <a:r>
              <a:rPr lang="en-US" altLang="ja-JP" dirty="0"/>
              <a:t>3 </a:t>
            </a:r>
            <a:r>
              <a:rPr lang="ja-JP" altLang="en-US" dirty="0"/>
              <a:t>レベル</a:t>
            </a:r>
          </a:p>
          <a:p>
            <a:pPr lvl="3"/>
            <a:r>
              <a:rPr lang="ja-JP" altLang="en-US" dirty="0"/>
              <a:t>第 </a:t>
            </a:r>
            <a:r>
              <a:rPr lang="en-US" altLang="ja-JP" dirty="0"/>
              <a:t>4 </a:t>
            </a:r>
            <a:r>
              <a:rPr lang="ja-JP" altLang="en-US" dirty="0"/>
              <a:t>レベル</a:t>
            </a:r>
          </a:p>
          <a:p>
            <a:pPr lvl="4"/>
            <a:r>
              <a:rPr lang="ja-JP" altLang="en-US" dirty="0"/>
              <a:t>第 </a:t>
            </a:r>
            <a:r>
              <a:rPr lang="en-US" altLang="ja-JP" dirty="0"/>
              <a:t>5 </a:t>
            </a:r>
            <a:r>
              <a:rPr lang="ja-JP" altLang="en-US" dirty="0"/>
              <a:t>レベル</a:t>
            </a:r>
            <a:endParaRPr lang="en-US" dirty="0"/>
          </a:p>
        </p:txBody>
      </p:sp>
      <p:sp>
        <p:nvSpPr>
          <p:cNvPr id="5" name="Date Placeholder 4"/>
          <p:cNvSpPr>
            <a:spLocks noGrp="1"/>
          </p:cNvSpPr>
          <p:nvPr>
            <p:ph type="dt" sz="half" idx="10"/>
          </p:nvPr>
        </p:nvSpPr>
        <p:spPr/>
        <p:txBody>
          <a:bodyPr/>
          <a:lstStyle/>
          <a:p>
            <a:fld id="{51E8F200-0F58-45BE-A385-F0B3FB854076}" type="datetime1">
              <a:rPr kumimoji="1" lang="ja-JP" altLang="en-US" smtClean="0"/>
              <a:t>2025/10/26</a:t>
            </a:fld>
            <a:endParaRPr kumimoji="1" lang="ja-JP" altLang="en-US"/>
          </a:p>
        </p:txBody>
      </p:sp>
      <p:sp>
        <p:nvSpPr>
          <p:cNvPr id="6" name="Footer Placeholder 5"/>
          <p:cNvSpPr>
            <a:spLocks noGrp="1"/>
          </p:cNvSpPr>
          <p:nvPr>
            <p:ph type="ftr" sz="quarter" idx="11"/>
          </p:nvPr>
        </p:nvSpPr>
        <p:spPr/>
        <p:txBody>
          <a:bodyPr/>
          <a:lstStyle/>
          <a:p>
            <a:endParaRPr kumimoji="1" lang="ja-JP" altLang="en-US"/>
          </a:p>
        </p:txBody>
      </p:sp>
      <p:sp>
        <p:nvSpPr>
          <p:cNvPr id="7" name="Slide Number Placeholder 6"/>
          <p:cNvSpPr>
            <a:spLocks noGrp="1"/>
          </p:cNvSpPr>
          <p:nvPr>
            <p:ph type="sldNum" sz="quarter" idx="12"/>
          </p:nvPr>
        </p:nvSpPr>
        <p:spPr/>
        <p:txBody>
          <a:bodyPr/>
          <a:lstStyle>
            <a:lvl1pPr>
              <a:defRPr>
                <a:solidFill>
                  <a:schemeClr val="bg1"/>
                </a:solidFill>
              </a:defRPr>
            </a:lvl1pPr>
          </a:lstStyle>
          <a:p>
            <a:fld id="{673BA9A0-D382-41FB-AB73-7841F3556B1B}" type="slidenum">
              <a:rPr kumimoji="1" lang="ja-JP" altLang="en-US" smtClean="0"/>
              <a:pPr/>
              <a:t>‹#›</a:t>
            </a:fld>
            <a:endParaRPr kumimoji="1" lang="ja-JP" altLang="en-US" dirty="0"/>
          </a:p>
        </p:txBody>
      </p:sp>
    </p:spTree>
    <p:extLst>
      <p:ext uri="{BB962C8B-B14F-4D97-AF65-F5344CB8AC3E}">
        <p14:creationId xmlns:p14="http://schemas.microsoft.com/office/powerpoint/2010/main" val="245184707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10" name="正方形/長方形 9">
            <a:extLst>
              <a:ext uri="{FF2B5EF4-FFF2-40B4-BE49-F238E27FC236}">
                <a16:creationId xmlns:a16="http://schemas.microsoft.com/office/drawing/2014/main" id="{53440903-030B-EEC3-8A6B-A53E93DD63EC}"/>
              </a:ext>
            </a:extLst>
          </p:cNvPr>
          <p:cNvSpPr/>
          <p:nvPr userDrawn="1"/>
        </p:nvSpPr>
        <p:spPr>
          <a:xfrm>
            <a:off x="0" y="0"/>
            <a:ext cx="9144000" cy="1268413"/>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350" dirty="0"/>
          </a:p>
        </p:txBody>
      </p:sp>
      <p:sp>
        <p:nvSpPr>
          <p:cNvPr id="2" name="Title 1"/>
          <p:cNvSpPr>
            <a:spLocks noGrp="1"/>
          </p:cNvSpPr>
          <p:nvPr>
            <p:ph type="title"/>
          </p:nvPr>
        </p:nvSpPr>
        <p:spPr>
          <a:xfrm>
            <a:off x="628650" y="269087"/>
            <a:ext cx="7886700" cy="988216"/>
          </a:xfrm>
        </p:spPr>
        <p:txBody>
          <a:bodyPr/>
          <a:lstStyle>
            <a:lvl1pPr>
              <a:defRPr b="1">
                <a:solidFill>
                  <a:schemeClr val="bg1"/>
                </a:solidFill>
              </a:defRPr>
            </a:lvl1pPr>
          </a:lstStyle>
          <a:p>
            <a:r>
              <a:rPr lang="ja-JP" altLang="en-US" dirty="0"/>
              <a:t>マスター タイトルの書式設定</a:t>
            </a:r>
            <a:endParaRPr lang="en-US" dirty="0"/>
          </a:p>
        </p:txBody>
      </p:sp>
      <p:sp>
        <p:nvSpPr>
          <p:cNvPr id="3" name="Text Placeholder 2"/>
          <p:cNvSpPr>
            <a:spLocks noGrp="1"/>
          </p:cNvSpPr>
          <p:nvPr>
            <p:ph type="body" idx="1"/>
          </p:nvPr>
        </p:nvSpPr>
        <p:spPr>
          <a:xfrm>
            <a:off x="629842" y="1412875"/>
            <a:ext cx="3868340" cy="746125"/>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ja-JP" altLang="en-US" dirty="0"/>
              <a:t>マスター テキストの書式設定</a:t>
            </a:r>
          </a:p>
        </p:txBody>
      </p:sp>
      <p:sp>
        <p:nvSpPr>
          <p:cNvPr id="4" name="Content Placeholder 3"/>
          <p:cNvSpPr>
            <a:spLocks noGrp="1"/>
          </p:cNvSpPr>
          <p:nvPr>
            <p:ph sz="half" idx="2"/>
          </p:nvPr>
        </p:nvSpPr>
        <p:spPr>
          <a:xfrm>
            <a:off x="629842" y="2222500"/>
            <a:ext cx="3868340" cy="3967163"/>
          </a:xfrm>
        </p:spPr>
        <p:txBody>
          <a:bodyPr/>
          <a:lstStyle/>
          <a:p>
            <a:pPr lvl="0"/>
            <a:r>
              <a:rPr lang="ja-JP" altLang="en-US" dirty="0"/>
              <a:t>マスター テキストの書式設定</a:t>
            </a:r>
          </a:p>
          <a:p>
            <a:pPr lvl="1"/>
            <a:r>
              <a:rPr lang="ja-JP" altLang="en-US" dirty="0"/>
              <a:t>第 </a:t>
            </a:r>
            <a:r>
              <a:rPr lang="en-US" altLang="ja-JP" dirty="0"/>
              <a:t>2 </a:t>
            </a:r>
            <a:r>
              <a:rPr lang="ja-JP" altLang="en-US" dirty="0"/>
              <a:t>レベル</a:t>
            </a:r>
          </a:p>
          <a:p>
            <a:pPr lvl="2"/>
            <a:r>
              <a:rPr lang="ja-JP" altLang="en-US" dirty="0"/>
              <a:t>第 </a:t>
            </a:r>
            <a:r>
              <a:rPr lang="en-US" altLang="ja-JP" dirty="0"/>
              <a:t>3 </a:t>
            </a:r>
            <a:r>
              <a:rPr lang="ja-JP" altLang="en-US" dirty="0"/>
              <a:t>レベル</a:t>
            </a:r>
          </a:p>
          <a:p>
            <a:pPr lvl="3"/>
            <a:r>
              <a:rPr lang="ja-JP" altLang="en-US" dirty="0"/>
              <a:t>第 </a:t>
            </a:r>
            <a:r>
              <a:rPr lang="en-US" altLang="ja-JP" dirty="0"/>
              <a:t>4 </a:t>
            </a:r>
            <a:r>
              <a:rPr lang="ja-JP" altLang="en-US" dirty="0"/>
              <a:t>レベル</a:t>
            </a:r>
          </a:p>
          <a:p>
            <a:pPr lvl="4"/>
            <a:r>
              <a:rPr lang="ja-JP" altLang="en-US" dirty="0"/>
              <a:t>第 </a:t>
            </a:r>
            <a:r>
              <a:rPr lang="en-US" altLang="ja-JP" dirty="0"/>
              <a:t>5 </a:t>
            </a:r>
            <a:r>
              <a:rPr lang="ja-JP" altLang="en-US" dirty="0"/>
              <a:t>レベル</a:t>
            </a:r>
            <a:endParaRPr lang="en-US" dirty="0"/>
          </a:p>
        </p:txBody>
      </p:sp>
      <p:sp>
        <p:nvSpPr>
          <p:cNvPr id="5" name="Text Placeholder 4"/>
          <p:cNvSpPr>
            <a:spLocks noGrp="1"/>
          </p:cNvSpPr>
          <p:nvPr>
            <p:ph type="body" sz="quarter" idx="3"/>
          </p:nvPr>
        </p:nvSpPr>
        <p:spPr>
          <a:xfrm>
            <a:off x="4629150" y="1412875"/>
            <a:ext cx="3887391" cy="746125"/>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ja-JP" altLang="en-US" dirty="0"/>
              <a:t>マスター テキストの書式設定</a:t>
            </a:r>
          </a:p>
        </p:txBody>
      </p:sp>
      <p:sp>
        <p:nvSpPr>
          <p:cNvPr id="6" name="Content Placeholder 5"/>
          <p:cNvSpPr>
            <a:spLocks noGrp="1"/>
          </p:cNvSpPr>
          <p:nvPr>
            <p:ph sz="quarter" idx="4"/>
          </p:nvPr>
        </p:nvSpPr>
        <p:spPr>
          <a:xfrm>
            <a:off x="4629150" y="2222500"/>
            <a:ext cx="3887391" cy="3967163"/>
          </a:xfrm>
        </p:spPr>
        <p:txBody>
          <a:bodyPr/>
          <a:lstStyle/>
          <a:p>
            <a:pPr lvl="0"/>
            <a:r>
              <a:rPr lang="ja-JP" altLang="en-US" dirty="0"/>
              <a:t>マスター テキストの書式設定</a:t>
            </a:r>
          </a:p>
          <a:p>
            <a:pPr lvl="1"/>
            <a:r>
              <a:rPr lang="ja-JP" altLang="en-US" dirty="0"/>
              <a:t>第 </a:t>
            </a:r>
            <a:r>
              <a:rPr lang="en-US" altLang="ja-JP" dirty="0"/>
              <a:t>2 </a:t>
            </a:r>
            <a:r>
              <a:rPr lang="ja-JP" altLang="en-US" dirty="0"/>
              <a:t>レベル</a:t>
            </a:r>
          </a:p>
          <a:p>
            <a:pPr lvl="2"/>
            <a:r>
              <a:rPr lang="ja-JP" altLang="en-US" dirty="0"/>
              <a:t>第 </a:t>
            </a:r>
            <a:r>
              <a:rPr lang="en-US" altLang="ja-JP" dirty="0"/>
              <a:t>3 </a:t>
            </a:r>
            <a:r>
              <a:rPr lang="ja-JP" altLang="en-US" dirty="0"/>
              <a:t>レベル</a:t>
            </a:r>
          </a:p>
          <a:p>
            <a:pPr lvl="3"/>
            <a:r>
              <a:rPr lang="ja-JP" altLang="en-US" dirty="0"/>
              <a:t>第 </a:t>
            </a:r>
            <a:r>
              <a:rPr lang="en-US" altLang="ja-JP" dirty="0"/>
              <a:t>4 </a:t>
            </a:r>
            <a:r>
              <a:rPr lang="ja-JP" altLang="en-US" dirty="0"/>
              <a:t>レベル</a:t>
            </a:r>
          </a:p>
          <a:p>
            <a:pPr lvl="4"/>
            <a:r>
              <a:rPr lang="ja-JP" altLang="en-US" dirty="0"/>
              <a:t>第 </a:t>
            </a:r>
            <a:r>
              <a:rPr lang="en-US" altLang="ja-JP" dirty="0"/>
              <a:t>5 </a:t>
            </a:r>
            <a:r>
              <a:rPr lang="ja-JP" altLang="en-US" dirty="0"/>
              <a:t>レベル</a:t>
            </a:r>
            <a:endParaRPr lang="en-US" dirty="0"/>
          </a:p>
        </p:txBody>
      </p:sp>
      <p:sp>
        <p:nvSpPr>
          <p:cNvPr id="7" name="Date Placeholder 6"/>
          <p:cNvSpPr>
            <a:spLocks noGrp="1"/>
          </p:cNvSpPr>
          <p:nvPr>
            <p:ph type="dt" sz="half" idx="10"/>
          </p:nvPr>
        </p:nvSpPr>
        <p:spPr/>
        <p:txBody>
          <a:bodyPr/>
          <a:lstStyle/>
          <a:p>
            <a:fld id="{E12CD9C8-2732-4BDD-99D7-45669D759E5C}" type="datetime1">
              <a:rPr kumimoji="1" lang="ja-JP" altLang="en-US" smtClean="0"/>
              <a:t>2025/10/26</a:t>
            </a:fld>
            <a:endParaRPr kumimoji="1" lang="ja-JP" altLang="en-US"/>
          </a:p>
        </p:txBody>
      </p:sp>
      <p:sp>
        <p:nvSpPr>
          <p:cNvPr id="8" name="Footer Placeholder 7"/>
          <p:cNvSpPr>
            <a:spLocks noGrp="1"/>
          </p:cNvSpPr>
          <p:nvPr>
            <p:ph type="ftr" sz="quarter" idx="11"/>
          </p:nvPr>
        </p:nvSpPr>
        <p:spPr/>
        <p:txBody>
          <a:bodyPr/>
          <a:lstStyle/>
          <a:p>
            <a:endParaRPr kumimoji="1" lang="ja-JP" altLang="en-US"/>
          </a:p>
        </p:txBody>
      </p:sp>
      <p:sp>
        <p:nvSpPr>
          <p:cNvPr id="9" name="Slide Number Placeholder 8"/>
          <p:cNvSpPr>
            <a:spLocks noGrp="1"/>
          </p:cNvSpPr>
          <p:nvPr>
            <p:ph type="sldNum" sz="quarter" idx="12"/>
          </p:nvPr>
        </p:nvSpPr>
        <p:spPr/>
        <p:txBody>
          <a:bodyPr/>
          <a:lstStyle>
            <a:lvl1pPr>
              <a:defRPr>
                <a:solidFill>
                  <a:schemeClr val="bg1"/>
                </a:solidFill>
              </a:defRPr>
            </a:lvl1pPr>
          </a:lstStyle>
          <a:p>
            <a:fld id="{673BA9A0-D382-41FB-AB73-7841F3556B1B}" type="slidenum">
              <a:rPr kumimoji="1" lang="ja-JP" altLang="en-US" smtClean="0"/>
              <a:pPr/>
              <a:t>‹#›</a:t>
            </a:fld>
            <a:endParaRPr kumimoji="1" lang="ja-JP" altLang="en-US" dirty="0"/>
          </a:p>
        </p:txBody>
      </p:sp>
    </p:spTree>
    <p:extLst>
      <p:ext uri="{BB962C8B-B14F-4D97-AF65-F5344CB8AC3E}">
        <p14:creationId xmlns:p14="http://schemas.microsoft.com/office/powerpoint/2010/main" val="396159539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sp>
        <p:nvSpPr>
          <p:cNvPr id="6" name="正方形/長方形 5">
            <a:extLst>
              <a:ext uri="{FF2B5EF4-FFF2-40B4-BE49-F238E27FC236}">
                <a16:creationId xmlns:a16="http://schemas.microsoft.com/office/drawing/2014/main" id="{6407B1BD-5759-DD6F-13F5-0C0A358C0DA7}"/>
              </a:ext>
            </a:extLst>
          </p:cNvPr>
          <p:cNvSpPr/>
          <p:nvPr userDrawn="1"/>
        </p:nvSpPr>
        <p:spPr>
          <a:xfrm>
            <a:off x="0" y="0"/>
            <a:ext cx="9144000" cy="1268413"/>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350"/>
          </a:p>
        </p:txBody>
      </p:sp>
      <p:sp>
        <p:nvSpPr>
          <p:cNvPr id="2" name="Title 1"/>
          <p:cNvSpPr>
            <a:spLocks noGrp="1"/>
          </p:cNvSpPr>
          <p:nvPr>
            <p:ph type="title"/>
          </p:nvPr>
        </p:nvSpPr>
        <p:spPr/>
        <p:txBody>
          <a:bodyPr/>
          <a:lstStyle>
            <a:lvl1pPr>
              <a:defRPr b="1">
                <a:solidFill>
                  <a:schemeClr val="bg1"/>
                </a:solidFill>
              </a:defRPr>
            </a:lvl1pPr>
          </a:lstStyle>
          <a:p>
            <a:r>
              <a:rPr lang="ja-JP" altLang="en-US" dirty="0"/>
              <a:t>マスター タイトルの書式設定</a:t>
            </a:r>
            <a:endParaRPr lang="en-US" dirty="0"/>
          </a:p>
        </p:txBody>
      </p:sp>
      <p:sp>
        <p:nvSpPr>
          <p:cNvPr id="3" name="Date Placeholder 2"/>
          <p:cNvSpPr>
            <a:spLocks noGrp="1"/>
          </p:cNvSpPr>
          <p:nvPr>
            <p:ph type="dt" sz="half" idx="10"/>
          </p:nvPr>
        </p:nvSpPr>
        <p:spPr/>
        <p:txBody>
          <a:bodyPr/>
          <a:lstStyle/>
          <a:p>
            <a:fld id="{8C99AE3E-1C1E-4B10-9F9E-C85E03497641}" type="datetime1">
              <a:rPr kumimoji="1" lang="ja-JP" altLang="en-US" smtClean="0"/>
              <a:t>2025/10/26</a:t>
            </a:fld>
            <a:endParaRPr kumimoji="1" lang="ja-JP" altLang="en-US"/>
          </a:p>
        </p:txBody>
      </p:sp>
      <p:sp>
        <p:nvSpPr>
          <p:cNvPr id="4" name="Footer Placeholder 3"/>
          <p:cNvSpPr>
            <a:spLocks noGrp="1"/>
          </p:cNvSpPr>
          <p:nvPr>
            <p:ph type="ftr" sz="quarter" idx="11"/>
          </p:nvPr>
        </p:nvSpPr>
        <p:spPr/>
        <p:txBody>
          <a:bodyPr/>
          <a:lstStyle/>
          <a:p>
            <a:endParaRPr kumimoji="1" lang="ja-JP" altLang="en-US"/>
          </a:p>
        </p:txBody>
      </p:sp>
      <p:sp>
        <p:nvSpPr>
          <p:cNvPr id="5" name="Slide Number Placeholder 4"/>
          <p:cNvSpPr>
            <a:spLocks noGrp="1"/>
          </p:cNvSpPr>
          <p:nvPr>
            <p:ph type="sldNum" sz="quarter" idx="12"/>
          </p:nvPr>
        </p:nvSpPr>
        <p:spPr/>
        <p:txBody>
          <a:bodyPr/>
          <a:lstStyle>
            <a:lvl1pPr>
              <a:defRPr>
                <a:solidFill>
                  <a:schemeClr val="bg1"/>
                </a:solidFill>
              </a:defRPr>
            </a:lvl1pPr>
          </a:lstStyle>
          <a:p>
            <a:fld id="{673BA9A0-D382-41FB-AB73-7841F3556B1B}" type="slidenum">
              <a:rPr kumimoji="1" lang="ja-JP" altLang="en-US" smtClean="0"/>
              <a:pPr/>
              <a:t>‹#›</a:t>
            </a:fld>
            <a:endParaRPr kumimoji="1" lang="ja-JP" altLang="en-US" dirty="0"/>
          </a:p>
        </p:txBody>
      </p:sp>
    </p:spTree>
    <p:extLst>
      <p:ext uri="{BB962C8B-B14F-4D97-AF65-F5344CB8AC3E}">
        <p14:creationId xmlns:p14="http://schemas.microsoft.com/office/powerpoint/2010/main" val="427792792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白紙">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0948811-F007-4E29-93D0-75187A250FE4}" type="datetime1">
              <a:rPr kumimoji="1" lang="ja-JP" altLang="en-US" smtClean="0"/>
              <a:t>2025/10/26</a:t>
            </a:fld>
            <a:endParaRPr kumimoji="1" lang="ja-JP" altLang="en-US"/>
          </a:p>
        </p:txBody>
      </p:sp>
      <p:sp>
        <p:nvSpPr>
          <p:cNvPr id="3" name="Footer Placeholder 2"/>
          <p:cNvSpPr>
            <a:spLocks noGrp="1"/>
          </p:cNvSpPr>
          <p:nvPr>
            <p:ph type="ftr" sz="quarter" idx="11"/>
          </p:nvPr>
        </p:nvSpPr>
        <p:spPr/>
        <p:txBody>
          <a:bodyPr/>
          <a:lstStyle/>
          <a:p>
            <a:endParaRPr kumimoji="1" lang="ja-JP" altLang="en-US"/>
          </a:p>
        </p:txBody>
      </p:sp>
      <p:sp>
        <p:nvSpPr>
          <p:cNvPr id="4" name="Slide Number Placeholder 3"/>
          <p:cNvSpPr>
            <a:spLocks noGrp="1"/>
          </p:cNvSpPr>
          <p:nvPr>
            <p:ph type="sldNum" sz="quarter" idx="12"/>
          </p:nvPr>
        </p:nvSpPr>
        <p:spPr/>
        <p:txBody>
          <a:bodyPr/>
          <a:lstStyle/>
          <a:p>
            <a:fld id="{673BA9A0-D382-41FB-AB73-7841F3556B1B}" type="slidenum">
              <a:rPr kumimoji="1" lang="ja-JP" altLang="en-US" smtClean="0"/>
              <a:t>‹#›</a:t>
            </a:fld>
            <a:endParaRPr kumimoji="1" lang="ja-JP" altLang="en-US"/>
          </a:p>
        </p:txBody>
      </p:sp>
    </p:spTree>
    <p:extLst>
      <p:ext uri="{BB962C8B-B14F-4D97-AF65-F5344CB8AC3E}">
        <p14:creationId xmlns:p14="http://schemas.microsoft.com/office/powerpoint/2010/main" val="230030624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タイトル付きのコンテンツ">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ja-JP" altLang="en-US"/>
              <a:t>マスター タイトルの書式設定</a:t>
            </a:r>
            <a:endParaRPr lang="en-US" dirty="0"/>
          </a:p>
        </p:txBody>
      </p:sp>
      <p:sp>
        <p:nvSpPr>
          <p:cNvPr id="3" name="Content Placeholder 2"/>
          <p:cNvSpPr>
            <a:spLocks noGrp="1"/>
          </p:cNvSpPr>
          <p:nvPr>
            <p:ph idx="1"/>
          </p:nvPr>
        </p:nvSpPr>
        <p:spPr>
          <a:xfrm>
            <a:off x="3887391" y="987426"/>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ja-JP" altLang="en-US"/>
              <a:t>マスター テキストの書式設定</a:t>
            </a:r>
          </a:p>
        </p:txBody>
      </p:sp>
      <p:sp>
        <p:nvSpPr>
          <p:cNvPr id="5" name="Date Placeholder 4"/>
          <p:cNvSpPr>
            <a:spLocks noGrp="1"/>
          </p:cNvSpPr>
          <p:nvPr>
            <p:ph type="dt" sz="half" idx="10"/>
          </p:nvPr>
        </p:nvSpPr>
        <p:spPr/>
        <p:txBody>
          <a:bodyPr/>
          <a:lstStyle/>
          <a:p>
            <a:fld id="{3029BC94-EF2B-4E2F-B3D2-31C51C465C19}" type="datetime1">
              <a:rPr kumimoji="1" lang="ja-JP" altLang="en-US" smtClean="0"/>
              <a:t>2025/10/26</a:t>
            </a:fld>
            <a:endParaRPr kumimoji="1" lang="ja-JP" altLang="en-US"/>
          </a:p>
        </p:txBody>
      </p:sp>
      <p:sp>
        <p:nvSpPr>
          <p:cNvPr id="6" name="Footer Placeholder 5"/>
          <p:cNvSpPr>
            <a:spLocks noGrp="1"/>
          </p:cNvSpPr>
          <p:nvPr>
            <p:ph type="ftr" sz="quarter" idx="11"/>
          </p:nvPr>
        </p:nvSpPr>
        <p:spPr/>
        <p:txBody>
          <a:bodyPr/>
          <a:lstStyle/>
          <a:p>
            <a:endParaRPr kumimoji="1" lang="ja-JP" altLang="en-US"/>
          </a:p>
        </p:txBody>
      </p:sp>
      <p:sp>
        <p:nvSpPr>
          <p:cNvPr id="7" name="Slide Number Placeholder 6"/>
          <p:cNvSpPr>
            <a:spLocks noGrp="1"/>
          </p:cNvSpPr>
          <p:nvPr>
            <p:ph type="sldNum" sz="quarter" idx="12"/>
          </p:nvPr>
        </p:nvSpPr>
        <p:spPr/>
        <p:txBody>
          <a:bodyPr/>
          <a:lstStyle/>
          <a:p>
            <a:fld id="{673BA9A0-D382-41FB-AB73-7841F3556B1B}" type="slidenum">
              <a:rPr kumimoji="1" lang="ja-JP" altLang="en-US" smtClean="0"/>
              <a:t>‹#›</a:t>
            </a:fld>
            <a:endParaRPr kumimoji="1" lang="ja-JP" altLang="en-US"/>
          </a:p>
        </p:txBody>
      </p:sp>
    </p:spTree>
    <p:extLst>
      <p:ext uri="{BB962C8B-B14F-4D97-AF65-F5344CB8AC3E}">
        <p14:creationId xmlns:p14="http://schemas.microsoft.com/office/powerpoint/2010/main" val="429099461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タイトル付きの図">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ja-JP" altLang="en-US"/>
              <a:t>マスター タイトルの書式設定</a:t>
            </a:r>
            <a:endParaRPr lang="en-US" dirty="0"/>
          </a:p>
        </p:txBody>
      </p:sp>
      <p:sp>
        <p:nvSpPr>
          <p:cNvPr id="3" name="Picture Placeholder 2"/>
          <p:cNvSpPr>
            <a:spLocks noGrp="1" noChangeAspect="1"/>
          </p:cNvSpPr>
          <p:nvPr>
            <p:ph type="pic" idx="1"/>
          </p:nvPr>
        </p:nvSpPr>
        <p:spPr>
          <a:xfrm>
            <a:off x="3887391" y="987426"/>
            <a:ext cx="462915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ja-JP" altLang="en-US"/>
              <a:t>アイコンをクリックして図を追加</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ja-JP" altLang="en-US"/>
              <a:t>マスター テキストの書式設定</a:t>
            </a:r>
          </a:p>
        </p:txBody>
      </p:sp>
      <p:sp>
        <p:nvSpPr>
          <p:cNvPr id="5" name="Date Placeholder 4"/>
          <p:cNvSpPr>
            <a:spLocks noGrp="1"/>
          </p:cNvSpPr>
          <p:nvPr>
            <p:ph type="dt" sz="half" idx="10"/>
          </p:nvPr>
        </p:nvSpPr>
        <p:spPr/>
        <p:txBody>
          <a:bodyPr/>
          <a:lstStyle/>
          <a:p>
            <a:fld id="{D74271BC-3867-4732-89C1-669315061D60}" type="datetime1">
              <a:rPr kumimoji="1" lang="ja-JP" altLang="en-US" smtClean="0"/>
              <a:t>2025/10/26</a:t>
            </a:fld>
            <a:endParaRPr kumimoji="1" lang="ja-JP" altLang="en-US"/>
          </a:p>
        </p:txBody>
      </p:sp>
      <p:sp>
        <p:nvSpPr>
          <p:cNvPr id="6" name="Footer Placeholder 5"/>
          <p:cNvSpPr>
            <a:spLocks noGrp="1"/>
          </p:cNvSpPr>
          <p:nvPr>
            <p:ph type="ftr" sz="quarter" idx="11"/>
          </p:nvPr>
        </p:nvSpPr>
        <p:spPr/>
        <p:txBody>
          <a:bodyPr/>
          <a:lstStyle/>
          <a:p>
            <a:endParaRPr kumimoji="1" lang="ja-JP" altLang="en-US"/>
          </a:p>
        </p:txBody>
      </p:sp>
      <p:sp>
        <p:nvSpPr>
          <p:cNvPr id="7" name="Slide Number Placeholder 6"/>
          <p:cNvSpPr>
            <a:spLocks noGrp="1"/>
          </p:cNvSpPr>
          <p:nvPr>
            <p:ph type="sldNum" sz="quarter" idx="12"/>
          </p:nvPr>
        </p:nvSpPr>
        <p:spPr/>
        <p:txBody>
          <a:bodyPr/>
          <a:lstStyle/>
          <a:p>
            <a:fld id="{673BA9A0-D382-41FB-AB73-7841F3556B1B}" type="slidenum">
              <a:rPr kumimoji="1" lang="ja-JP" altLang="en-US" smtClean="0"/>
              <a:t>‹#›</a:t>
            </a:fld>
            <a:endParaRPr kumimoji="1" lang="ja-JP" altLang="en-US"/>
          </a:p>
        </p:txBody>
      </p:sp>
    </p:spTree>
    <p:extLst>
      <p:ext uri="{BB962C8B-B14F-4D97-AF65-F5344CB8AC3E}">
        <p14:creationId xmlns:p14="http://schemas.microsoft.com/office/powerpoint/2010/main" val="292187878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タイトルと縦書きテキスト">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ja-JP" altLang="en-US"/>
              <a:t>マスター タイトルの書式設定</a:t>
            </a:r>
            <a:endParaRPr lang="en-US" dirty="0"/>
          </a:p>
        </p:txBody>
      </p:sp>
      <p:sp>
        <p:nvSpPr>
          <p:cNvPr id="3" name="Vertical Text Placeholder 2"/>
          <p:cNvSpPr>
            <a:spLocks noGrp="1"/>
          </p:cNvSpPr>
          <p:nvPr>
            <p:ph type="body" orient="vert" idx="1"/>
          </p:nvPr>
        </p:nvSpPr>
        <p:spPr/>
        <p:txBody>
          <a:bodyPr vert="eaVert"/>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4" name="Date Placeholder 3"/>
          <p:cNvSpPr>
            <a:spLocks noGrp="1"/>
          </p:cNvSpPr>
          <p:nvPr>
            <p:ph type="dt" sz="half" idx="10"/>
          </p:nvPr>
        </p:nvSpPr>
        <p:spPr/>
        <p:txBody>
          <a:bodyPr/>
          <a:lstStyle/>
          <a:p>
            <a:fld id="{1FBB9DE8-644D-4017-B66D-219EB69E7A6C}" type="datetime1">
              <a:rPr kumimoji="1" lang="ja-JP" altLang="en-US" smtClean="0"/>
              <a:t>2025/10/26</a:t>
            </a:fld>
            <a:endParaRPr kumimoji="1" lang="ja-JP" altLang="en-US"/>
          </a:p>
        </p:txBody>
      </p:sp>
      <p:sp>
        <p:nvSpPr>
          <p:cNvPr id="5" name="Footer Placeholder 4"/>
          <p:cNvSpPr>
            <a:spLocks noGrp="1"/>
          </p:cNvSpPr>
          <p:nvPr>
            <p:ph type="ftr" sz="quarter" idx="11"/>
          </p:nvPr>
        </p:nvSpPr>
        <p:spPr/>
        <p:txBody>
          <a:bodyPr/>
          <a:lstStyle/>
          <a:p>
            <a:endParaRPr kumimoji="1" lang="ja-JP" altLang="en-US"/>
          </a:p>
        </p:txBody>
      </p:sp>
      <p:sp>
        <p:nvSpPr>
          <p:cNvPr id="6" name="Slide Number Placeholder 5"/>
          <p:cNvSpPr>
            <a:spLocks noGrp="1"/>
          </p:cNvSpPr>
          <p:nvPr>
            <p:ph type="sldNum" sz="quarter" idx="12"/>
          </p:nvPr>
        </p:nvSpPr>
        <p:spPr/>
        <p:txBody>
          <a:bodyPr/>
          <a:lstStyle/>
          <a:p>
            <a:fld id="{673BA9A0-D382-41FB-AB73-7841F3556B1B}" type="slidenum">
              <a:rPr kumimoji="1" lang="ja-JP" altLang="en-US" smtClean="0"/>
              <a:t>‹#›</a:t>
            </a:fld>
            <a:endParaRPr kumimoji="1" lang="ja-JP" altLang="en-US"/>
          </a:p>
        </p:txBody>
      </p:sp>
    </p:spTree>
    <p:extLst>
      <p:ext uri="{BB962C8B-B14F-4D97-AF65-F5344CB8AC3E}">
        <p14:creationId xmlns:p14="http://schemas.microsoft.com/office/powerpoint/2010/main" val="203685560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縦書きタイトルと&#10;縦書きテキスト">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365125"/>
            <a:ext cx="1971675" cy="5811838"/>
          </a:xfrm>
        </p:spPr>
        <p:txBody>
          <a:bodyPr vert="eaVert"/>
          <a:lstStyle/>
          <a:p>
            <a:r>
              <a:rPr lang="ja-JP" altLang="en-US"/>
              <a:t>マスター タイトルの書式設定</a:t>
            </a:r>
            <a:endParaRPr lang="en-US" dirty="0"/>
          </a:p>
        </p:txBody>
      </p:sp>
      <p:sp>
        <p:nvSpPr>
          <p:cNvPr id="3" name="Vertical Text Placeholder 2"/>
          <p:cNvSpPr>
            <a:spLocks noGrp="1"/>
          </p:cNvSpPr>
          <p:nvPr>
            <p:ph type="body" orient="vert" idx="1"/>
          </p:nvPr>
        </p:nvSpPr>
        <p:spPr>
          <a:xfrm>
            <a:off x="628650" y="365125"/>
            <a:ext cx="5800725" cy="5811838"/>
          </a:xfrm>
        </p:spPr>
        <p:txBody>
          <a:bodyPr vert="eaVert"/>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4" name="Date Placeholder 3"/>
          <p:cNvSpPr>
            <a:spLocks noGrp="1"/>
          </p:cNvSpPr>
          <p:nvPr>
            <p:ph type="dt" sz="half" idx="10"/>
          </p:nvPr>
        </p:nvSpPr>
        <p:spPr/>
        <p:txBody>
          <a:bodyPr/>
          <a:lstStyle/>
          <a:p>
            <a:fld id="{F00B1E0F-0B1D-42B3-993D-EC5DE150199C}" type="datetime1">
              <a:rPr kumimoji="1" lang="ja-JP" altLang="en-US" smtClean="0"/>
              <a:t>2025/10/26</a:t>
            </a:fld>
            <a:endParaRPr kumimoji="1" lang="ja-JP" altLang="en-US"/>
          </a:p>
        </p:txBody>
      </p:sp>
      <p:sp>
        <p:nvSpPr>
          <p:cNvPr id="5" name="Footer Placeholder 4"/>
          <p:cNvSpPr>
            <a:spLocks noGrp="1"/>
          </p:cNvSpPr>
          <p:nvPr>
            <p:ph type="ftr" sz="quarter" idx="11"/>
          </p:nvPr>
        </p:nvSpPr>
        <p:spPr/>
        <p:txBody>
          <a:bodyPr/>
          <a:lstStyle/>
          <a:p>
            <a:endParaRPr kumimoji="1" lang="ja-JP" altLang="en-US"/>
          </a:p>
        </p:txBody>
      </p:sp>
      <p:sp>
        <p:nvSpPr>
          <p:cNvPr id="6" name="Slide Number Placeholder 5"/>
          <p:cNvSpPr>
            <a:spLocks noGrp="1"/>
          </p:cNvSpPr>
          <p:nvPr>
            <p:ph type="sldNum" sz="quarter" idx="12"/>
          </p:nvPr>
        </p:nvSpPr>
        <p:spPr/>
        <p:txBody>
          <a:bodyPr/>
          <a:lstStyle/>
          <a:p>
            <a:fld id="{673BA9A0-D382-41FB-AB73-7841F3556B1B}" type="slidenum">
              <a:rPr kumimoji="1" lang="ja-JP" altLang="en-US" smtClean="0"/>
              <a:t>‹#›</a:t>
            </a:fld>
            <a:endParaRPr kumimoji="1" lang="ja-JP" altLang="en-US"/>
          </a:p>
        </p:txBody>
      </p:sp>
    </p:spTree>
    <p:extLst>
      <p:ext uri="{BB962C8B-B14F-4D97-AF65-F5344CB8AC3E}">
        <p14:creationId xmlns:p14="http://schemas.microsoft.com/office/powerpoint/2010/main" val="387682809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1_タイトル スライド">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3FCAD847-A269-5665-0E9B-7EB51C0105A9}"/>
              </a:ext>
            </a:extLst>
          </p:cNvPr>
          <p:cNvSpPr>
            <a:spLocks noGrp="1"/>
          </p:cNvSpPr>
          <p:nvPr>
            <p:ph type="ctrTitle"/>
          </p:nvPr>
        </p:nvSpPr>
        <p:spPr>
          <a:xfrm>
            <a:off x="1143000" y="1122363"/>
            <a:ext cx="6858000" cy="2387600"/>
          </a:xfrm>
        </p:spPr>
        <p:txBody>
          <a:bodyPr anchor="b"/>
          <a:lstStyle>
            <a:lvl1pPr algn="ctr">
              <a:defRPr sz="4500"/>
            </a:lvl1pPr>
          </a:lstStyle>
          <a:p>
            <a:r>
              <a:rPr kumimoji="1" lang="ja-JP" altLang="en-US"/>
              <a:t>マスター タイトルの書式設定</a:t>
            </a:r>
          </a:p>
        </p:txBody>
      </p:sp>
      <p:sp>
        <p:nvSpPr>
          <p:cNvPr id="3" name="字幕 2">
            <a:extLst>
              <a:ext uri="{FF2B5EF4-FFF2-40B4-BE49-F238E27FC236}">
                <a16:creationId xmlns:a16="http://schemas.microsoft.com/office/drawing/2014/main" id="{ACC9EE38-A6A3-AB27-3FEC-E26B786B33A6}"/>
              </a:ext>
            </a:extLst>
          </p:cNvPr>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kumimoji="1" lang="ja-JP" altLang="en-US"/>
              <a:t>マスター サブタイトルの書式設定</a:t>
            </a:r>
          </a:p>
        </p:txBody>
      </p:sp>
      <p:sp>
        <p:nvSpPr>
          <p:cNvPr id="4" name="日付プレースホルダー 3">
            <a:extLst>
              <a:ext uri="{FF2B5EF4-FFF2-40B4-BE49-F238E27FC236}">
                <a16:creationId xmlns:a16="http://schemas.microsoft.com/office/drawing/2014/main" id="{C4813901-2359-F332-5049-F6A6D76AEB4B}"/>
              </a:ext>
            </a:extLst>
          </p:cNvPr>
          <p:cNvSpPr>
            <a:spLocks noGrp="1"/>
          </p:cNvSpPr>
          <p:nvPr>
            <p:ph type="dt" sz="half" idx="10"/>
          </p:nvPr>
        </p:nvSpPr>
        <p:spPr/>
        <p:txBody>
          <a:bodyPr/>
          <a:lstStyle/>
          <a:p>
            <a:fld id="{18810CFE-F222-4559-A768-CC5A26C0B246}" type="datetime1">
              <a:rPr kumimoji="1" lang="ja-JP" altLang="en-US" smtClean="0"/>
              <a:t>2025/10/26</a:t>
            </a:fld>
            <a:endParaRPr kumimoji="1" lang="ja-JP" altLang="en-US"/>
          </a:p>
        </p:txBody>
      </p:sp>
      <p:sp>
        <p:nvSpPr>
          <p:cNvPr id="5" name="フッター プレースホルダー 4">
            <a:extLst>
              <a:ext uri="{FF2B5EF4-FFF2-40B4-BE49-F238E27FC236}">
                <a16:creationId xmlns:a16="http://schemas.microsoft.com/office/drawing/2014/main" id="{E0FD32CE-CDA4-08AF-B25C-3CECEE70BC5D}"/>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23CBFAF0-B444-CA38-B0CC-6521370138B1}"/>
              </a:ext>
            </a:extLst>
          </p:cNvPr>
          <p:cNvSpPr>
            <a:spLocks noGrp="1"/>
          </p:cNvSpPr>
          <p:nvPr>
            <p:ph type="sldNum" sz="quarter" idx="12"/>
          </p:nvPr>
        </p:nvSpPr>
        <p:spPr/>
        <p:txBody>
          <a:bodyPr/>
          <a:lstStyle/>
          <a:p>
            <a:fld id="{673BA9A0-D382-41FB-AB73-7841F3556B1B}" type="slidenum">
              <a:rPr kumimoji="1" lang="ja-JP" altLang="en-US" smtClean="0"/>
              <a:t>‹#›</a:t>
            </a:fld>
            <a:endParaRPr kumimoji="1" lang="ja-JP" altLang="en-US"/>
          </a:p>
        </p:txBody>
      </p:sp>
    </p:spTree>
    <p:extLst>
      <p:ext uri="{BB962C8B-B14F-4D97-AF65-F5344CB8AC3E}">
        <p14:creationId xmlns:p14="http://schemas.microsoft.com/office/powerpoint/2010/main" val="266302356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11188" y="179388"/>
            <a:ext cx="7904162" cy="1089025"/>
          </a:xfrm>
          <a:prstGeom prst="rect">
            <a:avLst/>
          </a:prstGeom>
        </p:spPr>
        <p:txBody>
          <a:bodyPr vert="horz" lIns="91440" tIns="45720" rIns="91440" bIns="45720" rtlCol="0" anchor="ctr">
            <a:normAutofit/>
          </a:bodyPr>
          <a:lstStyle/>
          <a:p>
            <a:r>
              <a:rPr lang="ja-JP" altLang="en-US" dirty="0"/>
              <a:t>マスター タイトルの書式設定</a:t>
            </a:r>
            <a:endParaRPr lang="en-US" dirty="0"/>
          </a:p>
        </p:txBody>
      </p:sp>
      <p:sp>
        <p:nvSpPr>
          <p:cNvPr id="3" name="Text Placeholder 2"/>
          <p:cNvSpPr>
            <a:spLocks noGrp="1"/>
          </p:cNvSpPr>
          <p:nvPr>
            <p:ph type="body" idx="1"/>
          </p:nvPr>
        </p:nvSpPr>
        <p:spPr>
          <a:xfrm>
            <a:off x="611188" y="1592263"/>
            <a:ext cx="7904162" cy="4584700"/>
          </a:xfrm>
          <a:prstGeom prst="rect">
            <a:avLst/>
          </a:prstGeom>
        </p:spPr>
        <p:txBody>
          <a:bodyPr vert="horz" lIns="91440" tIns="45720" rIns="91440" bIns="45720" rtlCol="0">
            <a:normAutofit/>
          </a:bodyPr>
          <a:lstStyle/>
          <a:p>
            <a:pPr lvl="0"/>
            <a:r>
              <a:rPr lang="ja-JP" altLang="en-US" dirty="0"/>
              <a:t>マスター テキストの書式設定</a:t>
            </a:r>
          </a:p>
          <a:p>
            <a:pPr lvl="1"/>
            <a:r>
              <a:rPr lang="ja-JP" altLang="en-US" dirty="0"/>
              <a:t>第 </a:t>
            </a:r>
            <a:r>
              <a:rPr lang="en-US" altLang="ja-JP" dirty="0"/>
              <a:t>2 </a:t>
            </a:r>
            <a:r>
              <a:rPr lang="ja-JP" altLang="en-US" dirty="0"/>
              <a:t>レベル</a:t>
            </a:r>
          </a:p>
          <a:p>
            <a:pPr lvl="2"/>
            <a:r>
              <a:rPr lang="ja-JP" altLang="en-US" dirty="0"/>
              <a:t>第 </a:t>
            </a:r>
            <a:r>
              <a:rPr lang="en-US" altLang="ja-JP" dirty="0"/>
              <a:t>3 </a:t>
            </a:r>
            <a:r>
              <a:rPr lang="ja-JP" altLang="en-US" dirty="0"/>
              <a:t>レベル</a:t>
            </a:r>
          </a:p>
          <a:p>
            <a:pPr lvl="3"/>
            <a:r>
              <a:rPr lang="ja-JP" altLang="en-US" dirty="0"/>
              <a:t>第 </a:t>
            </a:r>
            <a:r>
              <a:rPr lang="en-US" altLang="ja-JP" dirty="0"/>
              <a:t>4 </a:t>
            </a:r>
            <a:r>
              <a:rPr lang="ja-JP" altLang="en-US" dirty="0"/>
              <a:t>レベル</a:t>
            </a:r>
          </a:p>
          <a:p>
            <a:pPr lvl="4"/>
            <a:r>
              <a:rPr lang="ja-JP" altLang="en-US" dirty="0"/>
              <a:t>第 </a:t>
            </a:r>
            <a:r>
              <a:rPr lang="en-US" altLang="ja-JP" dirty="0"/>
              <a:t>5 </a:t>
            </a:r>
            <a:r>
              <a:rPr lang="ja-JP" altLang="en-US" dirty="0"/>
              <a:t>レベル</a:t>
            </a:r>
            <a:endParaRPr lang="en-US" dirty="0"/>
          </a:p>
        </p:txBody>
      </p:sp>
      <p:sp>
        <p:nvSpPr>
          <p:cNvPr id="4" name="Date Placeholder 3"/>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7049099E-CA27-4256-B057-A4B9A0BDD2DF}" type="datetime1">
              <a:rPr kumimoji="1" lang="ja-JP" altLang="en-US" smtClean="0"/>
              <a:t>2025/10/26</a:t>
            </a:fld>
            <a:endParaRPr kumimoji="1" lang="ja-JP" altLang="en-US"/>
          </a:p>
        </p:txBody>
      </p:sp>
      <p:sp>
        <p:nvSpPr>
          <p:cNvPr id="5" name="Footer Placeholder 4"/>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kumimoji="1" lang="ja-JP" altLang="en-US"/>
          </a:p>
        </p:txBody>
      </p:sp>
      <p:sp>
        <p:nvSpPr>
          <p:cNvPr id="6" name="Slide Number Placeholder 5"/>
          <p:cNvSpPr>
            <a:spLocks noGrp="1"/>
          </p:cNvSpPr>
          <p:nvPr>
            <p:ph type="sldNum" sz="quarter" idx="4"/>
          </p:nvPr>
        </p:nvSpPr>
        <p:spPr>
          <a:xfrm>
            <a:off x="6997700" y="361948"/>
            <a:ext cx="2057400" cy="365125"/>
          </a:xfrm>
          <a:prstGeom prst="rect">
            <a:avLst/>
          </a:prstGeom>
        </p:spPr>
        <p:txBody>
          <a:bodyPr vert="horz" lIns="91440" tIns="45720" rIns="91440" bIns="45720" rtlCol="0" anchor="ctr"/>
          <a:lstStyle>
            <a:lvl1pPr algn="r">
              <a:defRPr sz="3200">
                <a:solidFill>
                  <a:schemeClr val="bg2">
                    <a:lumMod val="90000"/>
                  </a:schemeClr>
                </a:solidFill>
              </a:defRPr>
            </a:lvl1pPr>
          </a:lstStyle>
          <a:p>
            <a:fld id="{673BA9A0-D382-41FB-AB73-7841F3556B1B}" type="slidenum">
              <a:rPr kumimoji="1" lang="ja-JP" altLang="en-US" smtClean="0"/>
              <a:pPr/>
              <a:t>‹#›</a:t>
            </a:fld>
            <a:endParaRPr kumimoji="1" lang="ja-JP" altLang="en-US" dirty="0"/>
          </a:p>
        </p:txBody>
      </p:sp>
    </p:spTree>
    <p:extLst>
      <p:ext uri="{BB962C8B-B14F-4D97-AF65-F5344CB8AC3E}">
        <p14:creationId xmlns:p14="http://schemas.microsoft.com/office/powerpoint/2010/main" val="1538222486"/>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49" r:id="rId12"/>
  </p:sldLayoutIdLst>
  <p:hf hdr="0" ftr="0" dt="0"/>
  <p:txStyles>
    <p:titleStyle>
      <a:lvl1pPr algn="l" defTabSz="914400" rtl="0" eaLnBrk="1" latinLnBrk="0" hangingPunct="1">
        <a:lnSpc>
          <a:spcPct val="90000"/>
        </a:lnSpc>
        <a:spcBef>
          <a:spcPct val="0"/>
        </a:spcBef>
        <a:buNone/>
        <a:defRPr kumimoji="1" sz="4400" b="1" kern="1200">
          <a:solidFill>
            <a:schemeClr val="tx1"/>
          </a:solidFill>
          <a:latin typeface="+mn-ea"/>
          <a:ea typeface="+mn-ea"/>
          <a:cs typeface="+mj-cs"/>
        </a:defRPr>
      </a:lvl1pPr>
    </p:titleStyle>
    <p:bodyStyle>
      <a:lvl1pPr marL="228600" indent="-228600" algn="l" defTabSz="914400" rtl="0" eaLnBrk="1" latinLnBrk="0" hangingPunct="1">
        <a:lnSpc>
          <a:spcPct val="90000"/>
        </a:lnSpc>
        <a:spcBef>
          <a:spcPts val="1000"/>
        </a:spcBef>
        <a:buFont typeface="Wingdings" panose="05000000000000000000" pitchFamily="2" charset="2"/>
        <a:buChar char="n"/>
        <a:defRPr kumimoji="1" sz="2800" b="1" kern="1200">
          <a:solidFill>
            <a:schemeClr val="tx1"/>
          </a:solidFill>
          <a:latin typeface="+mn-ea"/>
          <a:ea typeface="+mn-ea"/>
          <a:cs typeface="+mn-cs"/>
        </a:defRPr>
      </a:lvl1pPr>
      <a:lvl2pPr marL="685800" indent="-228600" algn="l" defTabSz="914400" rtl="0" eaLnBrk="1" latinLnBrk="0" hangingPunct="1">
        <a:lnSpc>
          <a:spcPct val="90000"/>
        </a:lnSpc>
        <a:spcBef>
          <a:spcPts val="500"/>
        </a:spcBef>
        <a:buFont typeface="游ゴシック Medium" panose="020B0500000000000000" pitchFamily="50" charset="-128"/>
        <a:buChar char="-"/>
        <a:defRPr kumimoji="1" sz="2400" b="1" kern="1200">
          <a:solidFill>
            <a:schemeClr val="tx1"/>
          </a:solidFill>
          <a:latin typeface="+mn-ea"/>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400" b="1" kern="1200">
          <a:solidFill>
            <a:schemeClr val="tx1"/>
          </a:solidFill>
          <a:latin typeface="+mn-ea"/>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2400" b="1" kern="1200">
          <a:solidFill>
            <a:schemeClr val="tx1"/>
          </a:solidFill>
          <a:latin typeface="+mn-ea"/>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2400" b="1" kern="1200">
          <a:solidFill>
            <a:schemeClr val="tx1"/>
          </a:solidFill>
          <a:latin typeface="+mn-ea"/>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p:bodyStyle>
    <p:otherStyle>
      <a:defPPr>
        <a:defRPr lang="en-US"/>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1003" userDrawn="1">
          <p15:clr>
            <a:srgbClr val="F26B43"/>
          </p15:clr>
        </p15:guide>
        <p15:guide id="2" pos="2880" userDrawn="1">
          <p15:clr>
            <a:srgbClr val="F26B43"/>
          </p15:clr>
        </p15:guide>
        <p15:guide id="3" orient="horz" pos="799" userDrawn="1">
          <p15:clr>
            <a:srgbClr val="F26B43"/>
          </p15:clr>
        </p15:guide>
        <p15:guide id="4" pos="385" userDrawn="1">
          <p15:clr>
            <a:srgbClr val="F26B43"/>
          </p15:clr>
        </p15:guide>
        <p15:guide id="5" orient="horz" pos="3906" userDrawn="1">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2.xml"/><Relationship Id="rId5" Type="http://schemas.openxmlformats.org/officeDocument/2006/relationships/image" Target="../media/image3.png"/><Relationship Id="rId4" Type="http://schemas.openxmlformats.org/officeDocument/2006/relationships/image" Target="../media/image2.png"/></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notesSlide" Target="../notesSlides/notesSlide5.xml"/><Relationship Id="rId1" Type="http://schemas.openxmlformats.org/officeDocument/2006/relationships/slideLayout" Target="../slideLayouts/slideLayout2.xml"/><Relationship Id="rId6" Type="http://schemas.openxmlformats.org/officeDocument/2006/relationships/image" Target="../media/image7.jpg"/><Relationship Id="rId5" Type="http://schemas.openxmlformats.org/officeDocument/2006/relationships/image" Target="../media/image6.jpg"/><Relationship Id="rId4" Type="http://schemas.openxmlformats.org/officeDocument/2006/relationships/image" Target="../media/image5.jpg"/></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3.xml"/><Relationship Id="rId1" Type="http://schemas.openxmlformats.org/officeDocument/2006/relationships/slideLayout" Target="../slideLayouts/slideLayout2.xml"/><Relationship Id="rId4" Type="http://schemas.openxmlformats.org/officeDocument/2006/relationships/image" Target="../media/image9.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1.jpg"/><Relationship Id="rId2" Type="http://schemas.openxmlformats.org/officeDocument/2006/relationships/image" Target="../media/image10.jpg"/><Relationship Id="rId1" Type="http://schemas.openxmlformats.org/officeDocument/2006/relationships/slideLayout" Target="../slideLayouts/slideLayout2.xml"/><Relationship Id="rId5" Type="http://schemas.openxmlformats.org/officeDocument/2006/relationships/image" Target="../media/image13.jpg"/><Relationship Id="rId4" Type="http://schemas.openxmlformats.org/officeDocument/2006/relationships/image" Target="../media/image12.jp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120468BA-F33E-09BB-5F97-940FDF5A097A}"/>
              </a:ext>
            </a:extLst>
          </p:cNvPr>
          <p:cNvSpPr>
            <a:spLocks noGrp="1"/>
          </p:cNvSpPr>
          <p:nvPr>
            <p:ph type="ctrTitle"/>
          </p:nvPr>
        </p:nvSpPr>
        <p:spPr/>
        <p:txBody>
          <a:bodyPr>
            <a:normAutofit fontScale="90000"/>
          </a:bodyPr>
          <a:lstStyle/>
          <a:p>
            <a:r>
              <a:rPr lang="en-US" altLang="ja-JP" sz="4800" dirty="0"/>
              <a:t>4</a:t>
            </a:r>
            <a:r>
              <a:rPr lang="ja-JP" altLang="en-US" sz="4800" dirty="0"/>
              <a:t>つの魚眼カメラで</a:t>
            </a:r>
            <a:br>
              <a:rPr lang="en-US" altLang="ja-JP" sz="4800" dirty="0"/>
            </a:br>
            <a:r>
              <a:rPr lang="ja-JP" altLang="en-US" sz="4800" dirty="0"/>
              <a:t>生成したパノラマ深さ画像</a:t>
            </a:r>
            <a:br>
              <a:rPr lang="en-US" altLang="ja-JP" sz="4800" dirty="0"/>
            </a:br>
            <a:r>
              <a:rPr lang="ja-JP" altLang="en-US" sz="4800" dirty="0"/>
              <a:t>を用いた</a:t>
            </a:r>
            <a:r>
              <a:rPr lang="en-US" altLang="ja-JP" sz="4800" dirty="0"/>
              <a:t>SLAM</a:t>
            </a:r>
            <a:r>
              <a:rPr lang="ja-JP" altLang="en-US" sz="4800" dirty="0"/>
              <a:t>に関する研究</a:t>
            </a:r>
            <a:endParaRPr kumimoji="1" lang="ja-JP" altLang="en-US" sz="4800" dirty="0"/>
          </a:p>
        </p:txBody>
      </p:sp>
      <p:sp>
        <p:nvSpPr>
          <p:cNvPr id="3" name="字幕 2">
            <a:extLst>
              <a:ext uri="{FF2B5EF4-FFF2-40B4-BE49-F238E27FC236}">
                <a16:creationId xmlns:a16="http://schemas.microsoft.com/office/drawing/2014/main" id="{FB77B5F5-22C9-1C15-1FE0-139EA0B0715C}"/>
              </a:ext>
            </a:extLst>
          </p:cNvPr>
          <p:cNvSpPr>
            <a:spLocks noGrp="1"/>
          </p:cNvSpPr>
          <p:nvPr>
            <p:ph type="subTitle" idx="1"/>
          </p:nvPr>
        </p:nvSpPr>
        <p:spPr>
          <a:xfrm>
            <a:off x="2797790" y="4577853"/>
            <a:ext cx="3555245" cy="1655762"/>
          </a:xfrm>
        </p:spPr>
        <p:txBody>
          <a:bodyPr/>
          <a:lstStyle/>
          <a:p>
            <a:pPr algn="l"/>
            <a:r>
              <a:rPr kumimoji="1" lang="ja-JP" altLang="en-US" dirty="0"/>
              <a:t>システム制御工学研究室</a:t>
            </a:r>
            <a:endParaRPr kumimoji="1" lang="en-US" altLang="ja-JP" dirty="0"/>
          </a:p>
          <a:p>
            <a:pPr algn="l"/>
            <a:r>
              <a:rPr lang="ja-JP" altLang="en-US" dirty="0"/>
              <a:t>学生氏名　髙岸 司</a:t>
            </a:r>
            <a:endParaRPr lang="en-US" altLang="ja-JP" dirty="0"/>
          </a:p>
          <a:p>
            <a:pPr algn="l"/>
            <a:r>
              <a:rPr kumimoji="1" lang="ja-JP" altLang="en-US" dirty="0"/>
              <a:t>指導教員</a:t>
            </a:r>
            <a:r>
              <a:rPr lang="ja-JP" altLang="en-US" dirty="0"/>
              <a:t>　本仲 君子</a:t>
            </a:r>
            <a:endParaRPr kumimoji="1" lang="ja-JP" altLang="en-US" dirty="0"/>
          </a:p>
        </p:txBody>
      </p:sp>
      <p:sp>
        <p:nvSpPr>
          <p:cNvPr id="4" name="スライド番号プレースホルダー 3">
            <a:extLst>
              <a:ext uri="{FF2B5EF4-FFF2-40B4-BE49-F238E27FC236}">
                <a16:creationId xmlns:a16="http://schemas.microsoft.com/office/drawing/2014/main" id="{A26F5F3A-96CD-BA77-1826-166EBFA2F415}"/>
              </a:ext>
            </a:extLst>
          </p:cNvPr>
          <p:cNvSpPr>
            <a:spLocks noGrp="1"/>
          </p:cNvSpPr>
          <p:nvPr>
            <p:ph type="sldNum" sz="quarter" idx="12"/>
          </p:nvPr>
        </p:nvSpPr>
        <p:spPr/>
        <p:txBody>
          <a:bodyPr/>
          <a:lstStyle/>
          <a:p>
            <a:fld id="{673BA9A0-D382-41FB-AB73-7841F3556B1B}" type="slidenum">
              <a:rPr kumimoji="1" lang="ja-JP" altLang="en-US" smtClean="0"/>
              <a:t>1</a:t>
            </a:fld>
            <a:endParaRPr kumimoji="1" lang="ja-JP" altLang="en-US"/>
          </a:p>
        </p:txBody>
      </p:sp>
    </p:spTree>
    <p:extLst>
      <p:ext uri="{BB962C8B-B14F-4D97-AF65-F5344CB8AC3E}">
        <p14:creationId xmlns:p14="http://schemas.microsoft.com/office/powerpoint/2010/main" val="368309639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0B54895E-F127-97E6-BB3D-D65594467F62}"/>
              </a:ext>
            </a:extLst>
          </p:cNvPr>
          <p:cNvSpPr>
            <a:spLocks noGrp="1"/>
          </p:cNvSpPr>
          <p:nvPr>
            <p:ph type="title"/>
          </p:nvPr>
        </p:nvSpPr>
        <p:spPr/>
        <p:txBody>
          <a:bodyPr>
            <a:normAutofit/>
          </a:bodyPr>
          <a:lstStyle/>
          <a:p>
            <a:r>
              <a:rPr kumimoji="1" lang="ja-JP" altLang="en-US" dirty="0"/>
              <a:t>背景と目的</a:t>
            </a:r>
          </a:p>
        </p:txBody>
      </p:sp>
      <p:sp>
        <p:nvSpPr>
          <p:cNvPr id="3" name="コンテンツ プレースホルダー 2">
            <a:extLst>
              <a:ext uri="{FF2B5EF4-FFF2-40B4-BE49-F238E27FC236}">
                <a16:creationId xmlns:a16="http://schemas.microsoft.com/office/drawing/2014/main" id="{48B86F84-0FEF-392D-4B18-64B0D4394532}"/>
              </a:ext>
            </a:extLst>
          </p:cNvPr>
          <p:cNvSpPr>
            <a:spLocks noGrp="1"/>
          </p:cNvSpPr>
          <p:nvPr>
            <p:ph idx="1"/>
          </p:nvPr>
        </p:nvSpPr>
        <p:spPr>
          <a:xfrm>
            <a:off x="624836" y="2792943"/>
            <a:ext cx="7886700" cy="2702256"/>
          </a:xfrm>
        </p:spPr>
        <p:txBody>
          <a:bodyPr>
            <a:normAutofit/>
          </a:bodyPr>
          <a:lstStyle/>
          <a:p>
            <a:r>
              <a:rPr lang="en-US" altLang="ja-JP" dirty="0" err="1"/>
              <a:t>LiDARSLAM</a:t>
            </a:r>
            <a:endParaRPr lang="en-US" altLang="ja-JP" dirty="0"/>
          </a:p>
          <a:p>
            <a:pPr lvl="1"/>
            <a:r>
              <a:rPr lang="ja-JP" altLang="en-US" dirty="0"/>
              <a:t>高精度</a:t>
            </a:r>
            <a:endParaRPr lang="en-US" altLang="ja-JP" dirty="0"/>
          </a:p>
          <a:p>
            <a:pPr lvl="1"/>
            <a:r>
              <a:rPr lang="ja-JP" altLang="en-US" dirty="0"/>
              <a:t>センサが高価で重く，消費電力が大きい</a:t>
            </a:r>
            <a:endParaRPr lang="en-US" altLang="ja-JP" dirty="0"/>
          </a:p>
          <a:p>
            <a:r>
              <a:rPr lang="ja-JP" altLang="en-US" dirty="0"/>
              <a:t>単眼</a:t>
            </a:r>
            <a:r>
              <a:rPr lang="en-US" altLang="ja-JP" dirty="0"/>
              <a:t>/</a:t>
            </a:r>
            <a:r>
              <a:rPr lang="ja-JP" altLang="en-US" dirty="0"/>
              <a:t>ステレオカメラ</a:t>
            </a:r>
            <a:r>
              <a:rPr lang="en-US" altLang="ja-JP" dirty="0"/>
              <a:t>SLAM</a:t>
            </a:r>
          </a:p>
          <a:p>
            <a:pPr lvl="1"/>
            <a:r>
              <a:rPr lang="ja-JP" altLang="en-US" dirty="0"/>
              <a:t>安価で軽量，設置自由度が高い</a:t>
            </a:r>
            <a:endParaRPr lang="en-US" altLang="ja-JP" dirty="0"/>
          </a:p>
          <a:p>
            <a:pPr lvl="1"/>
            <a:r>
              <a:rPr lang="ja-JP" altLang="en-US" dirty="0">
                <a:solidFill>
                  <a:srgbClr val="FF0000"/>
                </a:solidFill>
              </a:rPr>
              <a:t>視野が狭く特徴点が少ない環境で精度が低下する</a:t>
            </a:r>
            <a:endParaRPr lang="en-US" altLang="ja-JP" dirty="0">
              <a:solidFill>
                <a:srgbClr val="FF0000"/>
              </a:solidFill>
            </a:endParaRPr>
          </a:p>
          <a:p>
            <a:pPr marL="0" indent="0">
              <a:buNone/>
            </a:pPr>
            <a:endParaRPr lang="en-US" altLang="ja-JP" dirty="0"/>
          </a:p>
          <a:p>
            <a:pPr marL="0" indent="0">
              <a:buNone/>
            </a:pPr>
            <a:endParaRPr lang="en-US" altLang="ja-JP" dirty="0"/>
          </a:p>
          <a:p>
            <a:pPr marL="0" indent="0">
              <a:buNone/>
            </a:pPr>
            <a:endParaRPr lang="en-US" altLang="ja-JP" dirty="0"/>
          </a:p>
        </p:txBody>
      </p:sp>
      <p:sp>
        <p:nvSpPr>
          <p:cNvPr id="4" name="スライド番号プレースホルダー 3">
            <a:extLst>
              <a:ext uri="{FF2B5EF4-FFF2-40B4-BE49-F238E27FC236}">
                <a16:creationId xmlns:a16="http://schemas.microsoft.com/office/drawing/2014/main" id="{4E998F65-3DB7-4881-2E56-9614B35F8134}"/>
              </a:ext>
            </a:extLst>
          </p:cNvPr>
          <p:cNvSpPr>
            <a:spLocks noGrp="1"/>
          </p:cNvSpPr>
          <p:nvPr>
            <p:ph type="sldNum" sz="quarter" idx="12"/>
          </p:nvPr>
        </p:nvSpPr>
        <p:spPr>
          <a:xfrm>
            <a:off x="7029450" y="361948"/>
            <a:ext cx="2057400" cy="365125"/>
          </a:xfrm>
        </p:spPr>
        <p:txBody>
          <a:bodyPr/>
          <a:lstStyle/>
          <a:p>
            <a:fld id="{673BA9A0-D382-41FB-AB73-7841F3556B1B}" type="slidenum">
              <a:rPr kumimoji="1" lang="ja-JP" altLang="en-US" smtClean="0"/>
              <a:t>2</a:t>
            </a:fld>
            <a:endParaRPr kumimoji="1" lang="ja-JP" altLang="en-US" dirty="0"/>
          </a:p>
        </p:txBody>
      </p:sp>
      <p:sp>
        <p:nvSpPr>
          <p:cNvPr id="5" name="コンテンツ プレースホルダー 1">
            <a:extLst>
              <a:ext uri="{FF2B5EF4-FFF2-40B4-BE49-F238E27FC236}">
                <a16:creationId xmlns:a16="http://schemas.microsoft.com/office/drawing/2014/main" id="{0FB2E913-28E7-ADDA-0254-A7E8F23DDFC6}"/>
              </a:ext>
            </a:extLst>
          </p:cNvPr>
          <p:cNvSpPr txBox="1">
            <a:spLocks/>
          </p:cNvSpPr>
          <p:nvPr/>
        </p:nvSpPr>
        <p:spPr>
          <a:xfrm>
            <a:off x="629841" y="5725237"/>
            <a:ext cx="10515600" cy="614339"/>
          </a:xfrm>
          <a:prstGeom prst="rect">
            <a:avLst/>
          </a:prstGeom>
        </p:spPr>
        <p:txBody>
          <a:bodyPr/>
          <a:lstStyle>
            <a:lvl1pPr marL="228600" indent="-228600" algn="l" defTabSz="914400" rtl="0" eaLnBrk="1" latinLnBrk="0" hangingPunct="1">
              <a:lnSpc>
                <a:spcPct val="90000"/>
              </a:lnSpc>
              <a:spcBef>
                <a:spcPts val="1000"/>
              </a:spcBef>
              <a:buFont typeface="Wingdings" panose="05000000000000000000" pitchFamily="2" charset="2"/>
              <a:buChar char="n"/>
              <a:defRPr kumimoji="1" sz="24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游ゴシック Medium" panose="020B0500000000000000" pitchFamily="50" charset="-128"/>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indent="0">
              <a:buNone/>
            </a:pPr>
            <a:r>
              <a:rPr lang="ja-JP" altLang="en-US" sz="3000" b="1" dirty="0"/>
              <a:t>超広角カメラによる精度の高い</a:t>
            </a:r>
            <a:r>
              <a:rPr lang="en-US" altLang="ja-JP" sz="3000" b="1" dirty="0">
                <a:latin typeface="+mn-ea"/>
              </a:rPr>
              <a:t>SLAM</a:t>
            </a:r>
            <a:r>
              <a:rPr lang="ja-JP" altLang="en-US" sz="3000" b="1" dirty="0"/>
              <a:t>を目指す</a:t>
            </a:r>
          </a:p>
          <a:p>
            <a:endParaRPr lang="ja-JP" altLang="en-US" sz="3000" dirty="0"/>
          </a:p>
        </p:txBody>
      </p:sp>
      <p:sp>
        <p:nvSpPr>
          <p:cNvPr id="6" name="テキスト ボックス 5">
            <a:extLst>
              <a:ext uri="{FF2B5EF4-FFF2-40B4-BE49-F238E27FC236}">
                <a16:creationId xmlns:a16="http://schemas.microsoft.com/office/drawing/2014/main" id="{14A1973D-5AEA-160A-AE92-E617E1C3238F}"/>
              </a:ext>
            </a:extLst>
          </p:cNvPr>
          <p:cNvSpPr txBox="1"/>
          <p:nvPr/>
        </p:nvSpPr>
        <p:spPr>
          <a:xfrm>
            <a:off x="-75063" y="3534770"/>
            <a:ext cx="184731" cy="369332"/>
          </a:xfrm>
          <a:prstGeom prst="rect">
            <a:avLst/>
          </a:prstGeom>
          <a:noFill/>
        </p:spPr>
        <p:txBody>
          <a:bodyPr wrap="none" rtlCol="0">
            <a:spAutoFit/>
          </a:bodyPr>
          <a:lstStyle/>
          <a:p>
            <a:endParaRPr kumimoji="1" lang="ja-JP" altLang="en-US" dirty="0"/>
          </a:p>
        </p:txBody>
      </p:sp>
      <p:sp>
        <p:nvSpPr>
          <p:cNvPr id="7" name="テキスト ボックス 6">
            <a:extLst>
              <a:ext uri="{FF2B5EF4-FFF2-40B4-BE49-F238E27FC236}">
                <a16:creationId xmlns:a16="http://schemas.microsoft.com/office/drawing/2014/main" id="{E0433B2C-3590-ADDF-8B7B-D06EBCEA480B}"/>
              </a:ext>
            </a:extLst>
          </p:cNvPr>
          <p:cNvSpPr txBox="1"/>
          <p:nvPr/>
        </p:nvSpPr>
        <p:spPr>
          <a:xfrm>
            <a:off x="624836" y="1608799"/>
            <a:ext cx="7211974" cy="954107"/>
          </a:xfrm>
          <a:prstGeom prst="rect">
            <a:avLst/>
          </a:prstGeom>
          <a:noFill/>
        </p:spPr>
        <p:txBody>
          <a:bodyPr wrap="none" rtlCol="0">
            <a:spAutoFit/>
          </a:bodyPr>
          <a:lstStyle/>
          <a:p>
            <a:r>
              <a:rPr lang="en-US" altLang="ja-JP" sz="2800" b="1" dirty="0"/>
              <a:t>SLAM</a:t>
            </a:r>
            <a:r>
              <a:rPr lang="ja-JP" altLang="en-US" sz="2800" b="1" dirty="0"/>
              <a:t>は未知環境でのロボットの自律移動や</a:t>
            </a:r>
            <a:br>
              <a:rPr lang="en-US" altLang="ja-JP" sz="2800" b="1" dirty="0"/>
            </a:br>
            <a:r>
              <a:rPr lang="en-US" altLang="ja-JP" sz="2800" b="1" dirty="0"/>
              <a:t>XR/AR</a:t>
            </a:r>
            <a:r>
              <a:rPr lang="ja-JP" altLang="en-US" sz="2800" b="1" dirty="0"/>
              <a:t>に用いられる技術</a:t>
            </a:r>
            <a:endParaRPr lang="en-US" altLang="ja-JP" sz="2800" b="1" dirty="0"/>
          </a:p>
        </p:txBody>
      </p:sp>
    </p:spTree>
    <p:extLst>
      <p:ext uri="{BB962C8B-B14F-4D97-AF65-F5344CB8AC3E}">
        <p14:creationId xmlns:p14="http://schemas.microsoft.com/office/powerpoint/2010/main" val="368049625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01095561-6141-9871-DA03-2A524883B14A}"/>
              </a:ext>
            </a:extLst>
          </p:cNvPr>
          <p:cNvSpPr>
            <a:spLocks noGrp="1"/>
          </p:cNvSpPr>
          <p:nvPr>
            <p:ph type="title"/>
          </p:nvPr>
        </p:nvSpPr>
        <p:spPr/>
        <p:txBody>
          <a:bodyPr/>
          <a:lstStyle/>
          <a:p>
            <a:r>
              <a:rPr kumimoji="1" lang="en-US" altLang="ja-JP" dirty="0"/>
              <a:t>SLAM</a:t>
            </a:r>
            <a:endParaRPr kumimoji="1" lang="ja-JP" altLang="en-US" dirty="0"/>
          </a:p>
        </p:txBody>
      </p:sp>
      <p:sp>
        <p:nvSpPr>
          <p:cNvPr id="3" name="コンテンツ プレースホルダー 2">
            <a:extLst>
              <a:ext uri="{FF2B5EF4-FFF2-40B4-BE49-F238E27FC236}">
                <a16:creationId xmlns:a16="http://schemas.microsoft.com/office/drawing/2014/main" id="{C0AF161B-55AE-B131-5D26-B8B97ECBFF29}"/>
              </a:ext>
            </a:extLst>
          </p:cNvPr>
          <p:cNvSpPr>
            <a:spLocks noGrp="1"/>
          </p:cNvSpPr>
          <p:nvPr>
            <p:ph idx="4294967295"/>
          </p:nvPr>
        </p:nvSpPr>
        <p:spPr>
          <a:xfrm>
            <a:off x="638885" y="2472925"/>
            <a:ext cx="2513747" cy="3863577"/>
          </a:xfrm>
        </p:spPr>
        <p:txBody>
          <a:bodyPr/>
          <a:lstStyle/>
          <a:p>
            <a:r>
              <a:rPr lang="ja-JP" altLang="en-US" sz="2400" b="1" dirty="0"/>
              <a:t>センサで観測</a:t>
            </a:r>
            <a:endParaRPr lang="en-US" altLang="ja-JP" sz="2400" b="1" dirty="0"/>
          </a:p>
          <a:p>
            <a:pPr marL="342892" lvl="1" indent="0">
              <a:buNone/>
            </a:pPr>
            <a:r>
              <a:rPr lang="ja-JP" altLang="en-US" sz="2200" dirty="0"/>
              <a:t>周囲の環境を</a:t>
            </a:r>
            <a:br>
              <a:rPr lang="en-US" altLang="ja-JP" sz="2200" dirty="0"/>
            </a:br>
            <a:r>
              <a:rPr lang="ja-JP" altLang="en-US" sz="2200" dirty="0"/>
              <a:t>把握する</a:t>
            </a:r>
            <a:endParaRPr lang="en-US" altLang="ja-JP" sz="2200" dirty="0"/>
          </a:p>
          <a:p>
            <a:pPr lvl="1"/>
            <a:endParaRPr lang="en-US" altLang="ja-JP" dirty="0"/>
          </a:p>
        </p:txBody>
      </p:sp>
      <p:sp>
        <p:nvSpPr>
          <p:cNvPr id="4" name="スライド番号プレースホルダー 3">
            <a:extLst>
              <a:ext uri="{FF2B5EF4-FFF2-40B4-BE49-F238E27FC236}">
                <a16:creationId xmlns:a16="http://schemas.microsoft.com/office/drawing/2014/main" id="{1E596246-4994-E686-DC23-C70B62969E57}"/>
              </a:ext>
            </a:extLst>
          </p:cNvPr>
          <p:cNvSpPr>
            <a:spLocks noGrp="1"/>
          </p:cNvSpPr>
          <p:nvPr>
            <p:ph type="sldNum" sz="quarter" idx="12"/>
          </p:nvPr>
        </p:nvSpPr>
        <p:spPr>
          <a:xfrm>
            <a:off x="7029450" y="361948"/>
            <a:ext cx="2057400" cy="365125"/>
          </a:xfrm>
        </p:spPr>
        <p:txBody>
          <a:bodyPr/>
          <a:lstStyle/>
          <a:p>
            <a:fld id="{36CC8B87-28FD-40C1-8BEA-A488324BDA2F}" type="slidenum">
              <a:rPr kumimoji="1" lang="ja-JP" altLang="en-US" smtClean="0"/>
              <a:t>3</a:t>
            </a:fld>
            <a:endParaRPr kumimoji="1" lang="ja-JP" altLang="en-US" dirty="0"/>
          </a:p>
        </p:txBody>
      </p:sp>
      <p:sp>
        <p:nvSpPr>
          <p:cNvPr id="7" name="コンテンツ プレースホルダー 2">
            <a:extLst>
              <a:ext uri="{FF2B5EF4-FFF2-40B4-BE49-F238E27FC236}">
                <a16:creationId xmlns:a16="http://schemas.microsoft.com/office/drawing/2014/main" id="{BB325A85-B012-14D1-80C5-2CD06730BA5B}"/>
              </a:ext>
            </a:extLst>
          </p:cNvPr>
          <p:cNvSpPr txBox="1">
            <a:spLocks/>
          </p:cNvSpPr>
          <p:nvPr/>
        </p:nvSpPr>
        <p:spPr>
          <a:xfrm>
            <a:off x="3354179" y="2470545"/>
            <a:ext cx="2513747" cy="3863577"/>
          </a:xfrm>
          <a:prstGeom prst="rect">
            <a:avLst/>
          </a:prstGeom>
        </p:spPr>
        <p:txBody>
          <a:bodyPr vert="horz" lIns="68580" tIns="34290" rIns="68580" bIns="34290" rtlCol="0">
            <a:normAutofit/>
          </a:bodyPr>
          <a:lstStyle>
            <a:lvl1pPr marL="228600" indent="-228600" algn="l" defTabSz="914400" rtl="0" eaLnBrk="1" latinLnBrk="0" hangingPunct="1">
              <a:lnSpc>
                <a:spcPct val="90000"/>
              </a:lnSpc>
              <a:spcBef>
                <a:spcPts val="1000"/>
              </a:spcBef>
              <a:buFont typeface="Wingdings" panose="05000000000000000000" pitchFamily="2" charset="2"/>
              <a:buChar char="n"/>
              <a:defRPr kumimoji="1" sz="26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游ゴシック Medium" panose="020B0500000000000000" pitchFamily="50" charset="-128"/>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r>
              <a:rPr lang="ja-JP" altLang="en-US" sz="2400" b="1" dirty="0"/>
              <a:t>地図の作成</a:t>
            </a:r>
            <a:endParaRPr lang="en-US" altLang="ja-JP" sz="2400" b="1" dirty="0"/>
          </a:p>
          <a:p>
            <a:pPr marL="342892" lvl="1" indent="0">
              <a:buNone/>
            </a:pPr>
            <a:r>
              <a:rPr lang="ja-JP" altLang="en-US" sz="2200" b="1" dirty="0"/>
              <a:t>情報を蓄積して</a:t>
            </a:r>
            <a:br>
              <a:rPr lang="en-US" altLang="ja-JP" sz="2200" b="1" dirty="0"/>
            </a:br>
            <a:r>
              <a:rPr lang="ja-JP" altLang="en-US" sz="2200" b="1" dirty="0"/>
              <a:t>整理する</a:t>
            </a:r>
            <a:endParaRPr lang="en-US" altLang="ja-JP" sz="2200" b="1" dirty="0"/>
          </a:p>
        </p:txBody>
      </p:sp>
      <p:sp>
        <p:nvSpPr>
          <p:cNvPr id="8" name="コンテンツ プレースホルダー 2">
            <a:extLst>
              <a:ext uri="{FF2B5EF4-FFF2-40B4-BE49-F238E27FC236}">
                <a16:creationId xmlns:a16="http://schemas.microsoft.com/office/drawing/2014/main" id="{392D1F7D-0D2F-121B-B950-C72A39F58C03}"/>
              </a:ext>
            </a:extLst>
          </p:cNvPr>
          <p:cNvSpPr txBox="1">
            <a:spLocks/>
          </p:cNvSpPr>
          <p:nvPr/>
        </p:nvSpPr>
        <p:spPr>
          <a:xfrm>
            <a:off x="6069471" y="2483749"/>
            <a:ext cx="2801574" cy="3863577"/>
          </a:xfrm>
          <a:prstGeom prst="rect">
            <a:avLst/>
          </a:prstGeom>
        </p:spPr>
        <p:txBody>
          <a:bodyPr vert="horz" lIns="68580" tIns="34290" rIns="68580" bIns="34290" rtlCol="0">
            <a:normAutofit/>
          </a:bodyPr>
          <a:lstStyle>
            <a:lvl1pPr marL="228600" indent="-228600" algn="l" defTabSz="914400" rtl="0" eaLnBrk="1" latinLnBrk="0" hangingPunct="1">
              <a:lnSpc>
                <a:spcPct val="90000"/>
              </a:lnSpc>
              <a:spcBef>
                <a:spcPts val="1000"/>
              </a:spcBef>
              <a:buFont typeface="Wingdings" panose="05000000000000000000" pitchFamily="2" charset="2"/>
              <a:buChar char="n"/>
              <a:defRPr kumimoji="1" sz="26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游ゴシック Medium" panose="020B0500000000000000" pitchFamily="50" charset="-128"/>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r>
              <a:rPr lang="ja-JP" altLang="en-US" sz="2400" b="1" dirty="0"/>
              <a:t>自己位置推定</a:t>
            </a:r>
            <a:endParaRPr lang="en-US" altLang="ja-JP" sz="2400" b="1" dirty="0"/>
          </a:p>
          <a:p>
            <a:pPr marL="342892" lvl="1" indent="0">
              <a:buNone/>
            </a:pPr>
            <a:r>
              <a:rPr lang="ja-JP" altLang="en-US" sz="2200" b="1" dirty="0"/>
              <a:t>自分が地図のどこにいるか考える</a:t>
            </a:r>
            <a:endParaRPr lang="en-US" altLang="ja-JP" sz="2200" b="1" dirty="0"/>
          </a:p>
        </p:txBody>
      </p:sp>
      <p:pic>
        <p:nvPicPr>
          <p:cNvPr id="10" name="図 9" descr="時計, 部屋 が含まれている画像&#10;&#10;AI によって生成されたコンテンツは間違っている可能性があります。">
            <a:extLst>
              <a:ext uri="{FF2B5EF4-FFF2-40B4-BE49-F238E27FC236}">
                <a16:creationId xmlns:a16="http://schemas.microsoft.com/office/drawing/2014/main" id="{C6A3346A-E407-03AB-66BA-44F6033C342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71117" y="3852609"/>
            <a:ext cx="2481513" cy="2481513"/>
          </a:xfrm>
          <a:prstGeom prst="rect">
            <a:avLst/>
          </a:prstGeom>
        </p:spPr>
      </p:pic>
      <p:pic>
        <p:nvPicPr>
          <p:cNvPr id="14" name="図 13" descr="おもちゃ, レゴ が含まれている画像&#10;&#10;AI によって生成されたコンテンツは間違っている可能性があります。">
            <a:extLst>
              <a:ext uri="{FF2B5EF4-FFF2-40B4-BE49-F238E27FC236}">
                <a16:creationId xmlns:a16="http://schemas.microsoft.com/office/drawing/2014/main" id="{EAE4A71C-B44C-AB58-4BC3-A41CDD0E56D6}"/>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354175" y="3963944"/>
            <a:ext cx="2383382" cy="2383382"/>
          </a:xfrm>
          <a:prstGeom prst="rect">
            <a:avLst/>
          </a:prstGeom>
        </p:spPr>
      </p:pic>
      <p:pic>
        <p:nvPicPr>
          <p:cNvPr id="17" name="図 16" descr="テーブル が含まれている画像&#10;&#10;AI によって生成されたコンテンツは間違っている可能性があります。">
            <a:extLst>
              <a:ext uri="{FF2B5EF4-FFF2-40B4-BE49-F238E27FC236}">
                <a16:creationId xmlns:a16="http://schemas.microsoft.com/office/drawing/2014/main" id="{00D0A744-0870-0293-AF41-1AC4FE09CBBD}"/>
              </a:ext>
            </a:extLst>
          </p:cNvPr>
          <p:cNvPicPr>
            <a:picLocks noChangeAspect="1"/>
          </p:cNvPicPr>
          <p:nvPr/>
        </p:nvPicPr>
        <p:blipFill>
          <a:blip r:embed="rId5">
            <a:extLst>
              <a:ext uri="{28A0092B-C50C-407E-A947-70E740481C1C}">
                <a14:useLocalDpi xmlns:a14="http://schemas.microsoft.com/office/drawing/2010/main" val="0"/>
              </a:ext>
            </a:extLst>
          </a:blip>
          <a:srcRect b="20335"/>
          <a:stretch/>
        </p:blipFill>
        <p:spPr>
          <a:xfrm>
            <a:off x="6199834" y="4038597"/>
            <a:ext cx="2483750" cy="2104982"/>
          </a:xfrm>
          <a:prstGeom prst="rect">
            <a:avLst/>
          </a:prstGeom>
        </p:spPr>
      </p:pic>
      <p:sp>
        <p:nvSpPr>
          <p:cNvPr id="5" name="コンテンツ プレースホルダー 2">
            <a:extLst>
              <a:ext uri="{FF2B5EF4-FFF2-40B4-BE49-F238E27FC236}">
                <a16:creationId xmlns:a16="http://schemas.microsoft.com/office/drawing/2014/main" id="{ED82B357-73D7-9F47-2F89-84F6C0670149}"/>
              </a:ext>
            </a:extLst>
          </p:cNvPr>
          <p:cNvSpPr>
            <a:spLocks noGrp="1"/>
          </p:cNvSpPr>
          <p:nvPr>
            <p:ph idx="1"/>
          </p:nvPr>
        </p:nvSpPr>
        <p:spPr>
          <a:xfrm>
            <a:off x="628650" y="1595468"/>
            <a:ext cx="7886700" cy="693882"/>
          </a:xfrm>
        </p:spPr>
        <p:txBody>
          <a:bodyPr/>
          <a:lstStyle/>
          <a:p>
            <a:pPr marL="0" indent="0">
              <a:buNone/>
            </a:pPr>
            <a:r>
              <a:rPr lang="ja-JP" altLang="en-US" b="1" dirty="0"/>
              <a:t>自己位置推定と地図作成を同時に行う技術</a:t>
            </a:r>
            <a:endParaRPr lang="en-US" altLang="ja-JP" b="1" dirty="0"/>
          </a:p>
          <a:p>
            <a:pPr marL="0" indent="0">
              <a:buNone/>
            </a:pPr>
            <a:endParaRPr lang="en-US" altLang="ja-JP" dirty="0"/>
          </a:p>
        </p:txBody>
      </p:sp>
    </p:spTree>
    <p:extLst>
      <p:ext uri="{BB962C8B-B14F-4D97-AF65-F5344CB8AC3E}">
        <p14:creationId xmlns:p14="http://schemas.microsoft.com/office/powerpoint/2010/main" val="169014969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0"/>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7"/>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4"/>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8"/>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1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7" grpId="0"/>
      <p:bldP spid="8"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96C0EB-2E19-38D2-9CCF-62B06160A6F7}"/>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A73C5531-3E22-0420-CA22-3977D3FF3B5A}"/>
              </a:ext>
            </a:extLst>
          </p:cNvPr>
          <p:cNvSpPr>
            <a:spLocks noGrp="1"/>
          </p:cNvSpPr>
          <p:nvPr>
            <p:ph type="title"/>
          </p:nvPr>
        </p:nvSpPr>
        <p:spPr/>
        <p:txBody>
          <a:bodyPr/>
          <a:lstStyle/>
          <a:p>
            <a:r>
              <a:rPr kumimoji="1" lang="ja-JP" altLang="en-US" dirty="0"/>
              <a:t>ソフトウェア構成</a:t>
            </a:r>
          </a:p>
        </p:txBody>
      </p:sp>
      <p:sp>
        <p:nvSpPr>
          <p:cNvPr id="4" name="スライド番号プレースホルダー 3">
            <a:extLst>
              <a:ext uri="{FF2B5EF4-FFF2-40B4-BE49-F238E27FC236}">
                <a16:creationId xmlns:a16="http://schemas.microsoft.com/office/drawing/2014/main" id="{62138B49-FF19-6013-6FA6-6CF3399258E5}"/>
              </a:ext>
            </a:extLst>
          </p:cNvPr>
          <p:cNvSpPr>
            <a:spLocks noGrp="1"/>
          </p:cNvSpPr>
          <p:nvPr>
            <p:ph type="sldNum" sz="quarter" idx="12"/>
          </p:nvPr>
        </p:nvSpPr>
        <p:spPr>
          <a:xfrm>
            <a:off x="7029450" y="361948"/>
            <a:ext cx="2057400" cy="365125"/>
          </a:xfrm>
        </p:spPr>
        <p:txBody>
          <a:bodyPr/>
          <a:lstStyle/>
          <a:p>
            <a:fld id="{673BA9A0-D382-41FB-AB73-7841F3556B1B}" type="slidenum">
              <a:rPr kumimoji="1" lang="ja-JP" altLang="en-US" smtClean="0"/>
              <a:pPr/>
              <a:t>4</a:t>
            </a:fld>
            <a:endParaRPr kumimoji="1" lang="ja-JP" altLang="en-US" dirty="0"/>
          </a:p>
        </p:txBody>
      </p:sp>
      <p:sp>
        <p:nvSpPr>
          <p:cNvPr id="6" name="コンテンツ プレースホルダー 5">
            <a:extLst>
              <a:ext uri="{FF2B5EF4-FFF2-40B4-BE49-F238E27FC236}">
                <a16:creationId xmlns:a16="http://schemas.microsoft.com/office/drawing/2014/main" id="{65D22137-028A-280E-FCB8-A33DDCD92D22}"/>
              </a:ext>
            </a:extLst>
          </p:cNvPr>
          <p:cNvSpPr>
            <a:spLocks noGrp="1"/>
          </p:cNvSpPr>
          <p:nvPr>
            <p:ph idx="1"/>
          </p:nvPr>
        </p:nvSpPr>
        <p:spPr/>
        <p:txBody>
          <a:bodyPr>
            <a:normAutofit/>
          </a:bodyPr>
          <a:lstStyle/>
          <a:p>
            <a:pPr>
              <a:lnSpc>
                <a:spcPct val="100000"/>
              </a:lnSpc>
            </a:pPr>
            <a:r>
              <a:rPr lang="ja-JP" altLang="en-US" dirty="0"/>
              <a:t>魚眼カメラから取得してきた</a:t>
            </a:r>
            <a:r>
              <a:rPr lang="en-US" altLang="ja-JP" dirty="0"/>
              <a:t>4</a:t>
            </a:r>
            <a:r>
              <a:rPr lang="ja-JP" altLang="en-US" dirty="0"/>
              <a:t>枚のカラー画像をパノラマ深度画像に変換するプログラム</a:t>
            </a:r>
            <a:endParaRPr lang="en-US" altLang="ja-JP" dirty="0"/>
          </a:p>
          <a:p>
            <a:pPr lvl="1">
              <a:lnSpc>
                <a:spcPct val="150000"/>
              </a:lnSpc>
            </a:pPr>
            <a:r>
              <a:rPr lang="ja-JP" altLang="en-US" dirty="0"/>
              <a:t>深度画像とは各ピクセルに距離情報が入ったマップ</a:t>
            </a:r>
            <a:endParaRPr lang="en-US" altLang="ja-JP" dirty="0"/>
          </a:p>
          <a:p>
            <a:pPr lvl="1">
              <a:lnSpc>
                <a:spcPct val="150000"/>
              </a:lnSpc>
            </a:pPr>
            <a:r>
              <a:rPr lang="en-US" altLang="ja-JP" dirty="0"/>
              <a:t>3</a:t>
            </a:r>
            <a:r>
              <a:rPr lang="ja-JP" altLang="en-US" dirty="0"/>
              <a:t>次元極座標系で周囲を把握することが出来る</a:t>
            </a:r>
            <a:endParaRPr lang="en-US" altLang="ja-JP" dirty="0"/>
          </a:p>
          <a:p>
            <a:pPr>
              <a:lnSpc>
                <a:spcPct val="150000"/>
              </a:lnSpc>
            </a:pPr>
            <a:r>
              <a:rPr lang="ja-JP" altLang="en-US" dirty="0"/>
              <a:t>地図作成と自己位置推定を行うプログラム</a:t>
            </a:r>
            <a:endParaRPr lang="en-US" altLang="ja-JP" dirty="0"/>
          </a:p>
          <a:p>
            <a:pPr lvl="1">
              <a:lnSpc>
                <a:spcPct val="150000"/>
              </a:lnSpc>
            </a:pPr>
            <a:r>
              <a:rPr lang="ja-JP" altLang="en-US" dirty="0"/>
              <a:t>既存のプログラムを活用して，信頼性の高い</a:t>
            </a:r>
            <a:br>
              <a:rPr lang="en-US" altLang="ja-JP" dirty="0"/>
            </a:br>
            <a:r>
              <a:rPr lang="en-US" altLang="ja-JP" dirty="0"/>
              <a:t>SLAM</a:t>
            </a:r>
            <a:r>
              <a:rPr lang="ja-JP" altLang="en-US" dirty="0"/>
              <a:t>システムを構成する</a:t>
            </a:r>
          </a:p>
        </p:txBody>
      </p:sp>
    </p:spTree>
    <p:extLst>
      <p:ext uri="{BB962C8B-B14F-4D97-AF65-F5344CB8AC3E}">
        <p14:creationId xmlns:p14="http://schemas.microsoft.com/office/powerpoint/2010/main" val="287858922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 name="図 12" descr="屋内, 座る, 小さい, フロント が含まれている画像&#10;&#10;AI によって生成されたコンテンツは間違っている可能性があります。">
            <a:extLst>
              <a:ext uri="{FF2B5EF4-FFF2-40B4-BE49-F238E27FC236}">
                <a16:creationId xmlns:a16="http://schemas.microsoft.com/office/drawing/2014/main" id="{8257E3CC-C7AC-A9E2-5968-598B7DB7CD8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211813" y="2189912"/>
            <a:ext cx="2700488" cy="3706064"/>
          </a:xfrm>
          <a:prstGeom prst="rect">
            <a:avLst/>
          </a:prstGeom>
        </p:spPr>
      </p:pic>
      <p:sp>
        <p:nvSpPr>
          <p:cNvPr id="2" name="タイトル 1">
            <a:extLst>
              <a:ext uri="{FF2B5EF4-FFF2-40B4-BE49-F238E27FC236}">
                <a16:creationId xmlns:a16="http://schemas.microsoft.com/office/drawing/2014/main" id="{435B0217-AEAB-2091-AC1D-8AD8B64B440A}"/>
              </a:ext>
            </a:extLst>
          </p:cNvPr>
          <p:cNvSpPr>
            <a:spLocks noGrp="1"/>
          </p:cNvSpPr>
          <p:nvPr>
            <p:ph type="title"/>
          </p:nvPr>
        </p:nvSpPr>
        <p:spPr/>
        <p:txBody>
          <a:bodyPr>
            <a:normAutofit/>
          </a:bodyPr>
          <a:lstStyle/>
          <a:p>
            <a:r>
              <a:rPr lang="ja-JP" altLang="en-US" dirty="0"/>
              <a:t>ハードウェア構成</a:t>
            </a:r>
            <a:endParaRPr kumimoji="1" lang="ja-JP" altLang="en-US" dirty="0"/>
          </a:p>
        </p:txBody>
      </p:sp>
      <p:sp>
        <p:nvSpPr>
          <p:cNvPr id="3" name="コンテンツ プレースホルダー 2">
            <a:extLst>
              <a:ext uri="{FF2B5EF4-FFF2-40B4-BE49-F238E27FC236}">
                <a16:creationId xmlns:a16="http://schemas.microsoft.com/office/drawing/2014/main" id="{2912CE58-DC6D-E37F-433E-2A344E12DA65}"/>
              </a:ext>
            </a:extLst>
          </p:cNvPr>
          <p:cNvSpPr>
            <a:spLocks noGrp="1"/>
          </p:cNvSpPr>
          <p:nvPr>
            <p:ph idx="1"/>
          </p:nvPr>
        </p:nvSpPr>
        <p:spPr>
          <a:xfrm>
            <a:off x="619919" y="5172756"/>
            <a:ext cx="7904162" cy="1253295"/>
          </a:xfrm>
        </p:spPr>
        <p:txBody>
          <a:bodyPr>
            <a:normAutofit/>
          </a:bodyPr>
          <a:lstStyle/>
          <a:p>
            <a:pPr>
              <a:lnSpc>
                <a:spcPct val="100000"/>
              </a:lnSpc>
            </a:pPr>
            <a:r>
              <a:rPr lang="ja-JP" altLang="en-US" dirty="0"/>
              <a:t>カメラフレーム</a:t>
            </a:r>
            <a:endParaRPr lang="en-US" altLang="ja-JP" dirty="0"/>
          </a:p>
          <a:p>
            <a:pPr lvl="1">
              <a:lnSpc>
                <a:spcPct val="100000"/>
              </a:lnSpc>
            </a:pPr>
            <a:r>
              <a:rPr lang="en-US" altLang="ja-JP" dirty="0"/>
              <a:t>3D</a:t>
            </a:r>
            <a:r>
              <a:rPr lang="ja-JP" altLang="en-US" dirty="0"/>
              <a:t>プリンターで作成</a:t>
            </a:r>
            <a:endParaRPr lang="en-US" altLang="ja-JP" dirty="0"/>
          </a:p>
        </p:txBody>
      </p:sp>
      <p:sp>
        <p:nvSpPr>
          <p:cNvPr id="4" name="スライド番号プレースホルダー 3">
            <a:extLst>
              <a:ext uri="{FF2B5EF4-FFF2-40B4-BE49-F238E27FC236}">
                <a16:creationId xmlns:a16="http://schemas.microsoft.com/office/drawing/2014/main" id="{E828B81A-0DE4-FB4F-17BD-84F5FDF3BDC9}"/>
              </a:ext>
            </a:extLst>
          </p:cNvPr>
          <p:cNvSpPr>
            <a:spLocks noGrp="1"/>
          </p:cNvSpPr>
          <p:nvPr>
            <p:ph type="sldNum" sz="quarter" idx="12"/>
          </p:nvPr>
        </p:nvSpPr>
        <p:spPr>
          <a:xfrm>
            <a:off x="7029450" y="361948"/>
            <a:ext cx="2057400" cy="365125"/>
          </a:xfrm>
        </p:spPr>
        <p:txBody>
          <a:bodyPr/>
          <a:lstStyle/>
          <a:p>
            <a:fld id="{36CC8B87-28FD-40C1-8BEA-A488324BDA2F}" type="slidenum">
              <a:rPr kumimoji="1" lang="ja-JP" altLang="en-US" smtClean="0"/>
              <a:t>5</a:t>
            </a:fld>
            <a:endParaRPr kumimoji="1" lang="ja-JP" altLang="en-US" dirty="0"/>
          </a:p>
        </p:txBody>
      </p:sp>
      <p:pic>
        <p:nvPicPr>
          <p:cNvPr id="7" name="図 6">
            <a:extLst>
              <a:ext uri="{FF2B5EF4-FFF2-40B4-BE49-F238E27FC236}">
                <a16:creationId xmlns:a16="http://schemas.microsoft.com/office/drawing/2014/main" id="{CB9AF75E-A4DC-012D-9A4F-74E5033D6A46}"/>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737349" y="3147446"/>
            <a:ext cx="1704819" cy="1727278"/>
          </a:xfrm>
          <a:prstGeom prst="rect">
            <a:avLst/>
          </a:prstGeom>
        </p:spPr>
      </p:pic>
      <p:pic>
        <p:nvPicPr>
          <p:cNvPr id="9" name="図 8" descr="座る, コンピュータ が含まれている画像&#10;&#10;AI によって生成されたコンテンツは間違っている可能性があります。">
            <a:extLst>
              <a:ext uri="{FF2B5EF4-FFF2-40B4-BE49-F238E27FC236}">
                <a16:creationId xmlns:a16="http://schemas.microsoft.com/office/drawing/2014/main" id="{A55BC63D-C7E7-7D84-5FA9-40BF652AD704}"/>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6737349" y="1438750"/>
            <a:ext cx="1704819" cy="1708696"/>
          </a:xfrm>
          <a:prstGeom prst="rect">
            <a:avLst/>
          </a:prstGeom>
        </p:spPr>
      </p:pic>
      <p:pic>
        <p:nvPicPr>
          <p:cNvPr id="11" name="図 10" descr="屋内, テーブル, 座る, 小さい が含まれている画像&#10;&#10;AI によって生成されたコンテンツは間違っている可能性があります。">
            <a:extLst>
              <a:ext uri="{FF2B5EF4-FFF2-40B4-BE49-F238E27FC236}">
                <a16:creationId xmlns:a16="http://schemas.microsoft.com/office/drawing/2014/main" id="{A36C6C5B-4560-3879-44CA-525DCEEE1062}"/>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6737348" y="4848977"/>
            <a:ext cx="1704819" cy="1980448"/>
          </a:xfrm>
          <a:prstGeom prst="rect">
            <a:avLst/>
          </a:prstGeom>
        </p:spPr>
      </p:pic>
      <p:sp>
        <p:nvSpPr>
          <p:cNvPr id="6" name="コンテンツ プレースホルダー 2">
            <a:extLst>
              <a:ext uri="{FF2B5EF4-FFF2-40B4-BE49-F238E27FC236}">
                <a16:creationId xmlns:a16="http://schemas.microsoft.com/office/drawing/2014/main" id="{90F5A91B-FFA9-A8A9-8A10-591BC768FB10}"/>
              </a:ext>
            </a:extLst>
          </p:cNvPr>
          <p:cNvSpPr txBox="1">
            <a:spLocks/>
          </p:cNvSpPr>
          <p:nvPr/>
        </p:nvSpPr>
        <p:spPr>
          <a:xfrm>
            <a:off x="619919" y="1592263"/>
            <a:ext cx="7904162" cy="1708696"/>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Wingdings" panose="05000000000000000000" pitchFamily="2" charset="2"/>
              <a:buChar char="n"/>
              <a:defRPr kumimoji="1" sz="2800" b="1" kern="1200">
                <a:solidFill>
                  <a:schemeClr val="tx1"/>
                </a:solidFill>
                <a:latin typeface="+mn-ea"/>
                <a:ea typeface="+mn-ea"/>
                <a:cs typeface="+mn-cs"/>
              </a:defRPr>
            </a:lvl1pPr>
            <a:lvl2pPr marL="685800" indent="-228600" algn="l" defTabSz="914400" rtl="0" eaLnBrk="1" latinLnBrk="0" hangingPunct="1">
              <a:lnSpc>
                <a:spcPct val="90000"/>
              </a:lnSpc>
              <a:spcBef>
                <a:spcPts val="500"/>
              </a:spcBef>
              <a:buFont typeface="游ゴシック Medium" panose="020B0500000000000000" pitchFamily="50" charset="-128"/>
              <a:buChar char="-"/>
              <a:defRPr kumimoji="1" sz="2400" b="1" kern="1200">
                <a:solidFill>
                  <a:schemeClr val="tx1"/>
                </a:solidFill>
                <a:latin typeface="+mn-ea"/>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400" b="1" kern="1200">
                <a:solidFill>
                  <a:schemeClr val="tx1"/>
                </a:solidFill>
                <a:latin typeface="+mn-ea"/>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2400" b="1" kern="1200">
                <a:solidFill>
                  <a:schemeClr val="tx1"/>
                </a:solidFill>
                <a:latin typeface="+mn-ea"/>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2400" b="1" kern="1200">
                <a:solidFill>
                  <a:schemeClr val="tx1"/>
                </a:solidFill>
                <a:latin typeface="+mn-ea"/>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nSpc>
                <a:spcPct val="100000"/>
              </a:lnSpc>
            </a:pPr>
            <a:r>
              <a:rPr lang="en-US" altLang="ja-JP" dirty="0"/>
              <a:t>Jetson AGX Orin</a:t>
            </a:r>
          </a:p>
          <a:p>
            <a:pPr lvl="1">
              <a:lnSpc>
                <a:spcPct val="100000"/>
              </a:lnSpc>
            </a:pPr>
            <a:r>
              <a:rPr lang="ja-JP" altLang="en-US" dirty="0"/>
              <a:t>小型で高性能な組み込み</a:t>
            </a:r>
            <a:br>
              <a:rPr lang="en-US" altLang="ja-JP" dirty="0"/>
            </a:br>
            <a:r>
              <a:rPr lang="en-US" altLang="ja-JP" dirty="0"/>
              <a:t>AI</a:t>
            </a:r>
            <a:r>
              <a:rPr lang="ja-JP" altLang="en-US" dirty="0"/>
              <a:t>コンピューティング</a:t>
            </a:r>
            <a:br>
              <a:rPr lang="en-US" altLang="ja-JP" dirty="0"/>
            </a:br>
            <a:r>
              <a:rPr lang="ja-JP" altLang="en-US" dirty="0"/>
              <a:t>プラットフォーム</a:t>
            </a:r>
            <a:endParaRPr lang="en-US" altLang="ja-JP" dirty="0"/>
          </a:p>
        </p:txBody>
      </p:sp>
      <p:sp>
        <p:nvSpPr>
          <p:cNvPr id="8" name="コンテンツ プレースホルダー 2">
            <a:extLst>
              <a:ext uri="{FF2B5EF4-FFF2-40B4-BE49-F238E27FC236}">
                <a16:creationId xmlns:a16="http://schemas.microsoft.com/office/drawing/2014/main" id="{C43BD384-9524-BB9A-40E5-C427A8BDC381}"/>
              </a:ext>
            </a:extLst>
          </p:cNvPr>
          <p:cNvSpPr txBox="1">
            <a:spLocks/>
          </p:cNvSpPr>
          <p:nvPr/>
        </p:nvSpPr>
        <p:spPr>
          <a:xfrm>
            <a:off x="619919" y="3359624"/>
            <a:ext cx="7904162" cy="177218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Wingdings" panose="05000000000000000000" pitchFamily="2" charset="2"/>
              <a:buChar char="n"/>
              <a:defRPr kumimoji="1" sz="2800" b="1" kern="1200">
                <a:solidFill>
                  <a:schemeClr val="tx1"/>
                </a:solidFill>
                <a:latin typeface="+mn-ea"/>
                <a:ea typeface="+mn-ea"/>
                <a:cs typeface="+mn-cs"/>
              </a:defRPr>
            </a:lvl1pPr>
            <a:lvl2pPr marL="685800" indent="-228600" algn="l" defTabSz="914400" rtl="0" eaLnBrk="1" latinLnBrk="0" hangingPunct="1">
              <a:lnSpc>
                <a:spcPct val="90000"/>
              </a:lnSpc>
              <a:spcBef>
                <a:spcPts val="500"/>
              </a:spcBef>
              <a:buFont typeface="游ゴシック Medium" panose="020B0500000000000000" pitchFamily="50" charset="-128"/>
              <a:buChar char="-"/>
              <a:defRPr kumimoji="1" sz="2400" b="1" kern="1200">
                <a:solidFill>
                  <a:schemeClr val="tx1"/>
                </a:solidFill>
                <a:latin typeface="+mn-ea"/>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400" b="1" kern="1200">
                <a:solidFill>
                  <a:schemeClr val="tx1"/>
                </a:solidFill>
                <a:latin typeface="+mn-ea"/>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2400" b="1" kern="1200">
                <a:solidFill>
                  <a:schemeClr val="tx1"/>
                </a:solidFill>
                <a:latin typeface="+mn-ea"/>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2400" b="1" kern="1200">
                <a:solidFill>
                  <a:schemeClr val="tx1"/>
                </a:solidFill>
                <a:latin typeface="+mn-ea"/>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nSpc>
                <a:spcPct val="100000"/>
              </a:lnSpc>
            </a:pPr>
            <a:r>
              <a:rPr lang="ja-JP" altLang="en-US" dirty="0"/>
              <a:t>魚眼カメラ</a:t>
            </a:r>
            <a:endParaRPr lang="en-US" altLang="ja-JP" dirty="0"/>
          </a:p>
          <a:p>
            <a:pPr lvl="1">
              <a:lnSpc>
                <a:spcPct val="100000"/>
              </a:lnSpc>
            </a:pPr>
            <a:r>
              <a:rPr lang="ja-JP" altLang="en-US" dirty="0"/>
              <a:t>約</a:t>
            </a:r>
            <a:r>
              <a:rPr lang="en-US" altLang="ja-JP" dirty="0"/>
              <a:t>220°</a:t>
            </a:r>
            <a:r>
              <a:rPr lang="ja-JP" altLang="en-US" dirty="0"/>
              <a:t>の視野角を持つ</a:t>
            </a:r>
            <a:endParaRPr lang="en-US" altLang="ja-JP" dirty="0"/>
          </a:p>
          <a:p>
            <a:pPr lvl="1">
              <a:lnSpc>
                <a:spcPct val="100000"/>
              </a:lnSpc>
            </a:pPr>
            <a:r>
              <a:rPr lang="ja-JP" altLang="en-US" dirty="0"/>
              <a:t>上段</a:t>
            </a:r>
            <a:r>
              <a:rPr lang="en-US" altLang="ja-JP" dirty="0"/>
              <a:t>2</a:t>
            </a:r>
            <a:r>
              <a:rPr lang="ja-JP" altLang="en-US" dirty="0"/>
              <a:t>つ下段</a:t>
            </a:r>
            <a:r>
              <a:rPr lang="en-US" altLang="ja-JP" dirty="0"/>
              <a:t>2</a:t>
            </a:r>
            <a:r>
              <a:rPr lang="ja-JP" altLang="en-US" dirty="0"/>
              <a:t>つ</a:t>
            </a:r>
            <a:br>
              <a:rPr lang="en-US" altLang="ja-JP" dirty="0"/>
            </a:br>
            <a:r>
              <a:rPr lang="ja-JP" altLang="en-US" dirty="0"/>
              <a:t>四方に向くように配置</a:t>
            </a:r>
            <a:endParaRPr lang="en-US" altLang="ja-JP" dirty="0"/>
          </a:p>
          <a:p>
            <a:pPr lvl="1">
              <a:lnSpc>
                <a:spcPct val="100000"/>
              </a:lnSpc>
            </a:pPr>
            <a:endParaRPr lang="ja-JP" altLang="en-US" dirty="0"/>
          </a:p>
        </p:txBody>
      </p:sp>
    </p:spTree>
    <p:extLst>
      <p:ext uri="{BB962C8B-B14F-4D97-AF65-F5344CB8AC3E}">
        <p14:creationId xmlns:p14="http://schemas.microsoft.com/office/powerpoint/2010/main" val="20296748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xit" presetSubtype="0" fill="hold" nodeType="clickEffect">
                                  <p:stCondLst>
                                    <p:cond delay="0"/>
                                  </p:stCondLst>
                                  <p:childTnLst>
                                    <p:animEffect transition="out" filter="fade">
                                      <p:cBhvr>
                                        <p:cTn id="6" dur="500"/>
                                        <p:tgtEl>
                                          <p:spTgt spid="9"/>
                                        </p:tgtEl>
                                      </p:cBhvr>
                                    </p:animEffect>
                                    <p:set>
                                      <p:cBhvr>
                                        <p:cTn id="7" dur="1" fill="hold">
                                          <p:stCondLst>
                                            <p:cond delay="499"/>
                                          </p:stCondLst>
                                        </p:cTn>
                                        <p:tgtEl>
                                          <p:spTgt spid="9"/>
                                        </p:tgtEl>
                                        <p:attrNameLst>
                                          <p:attrName>style.visibility</p:attrName>
                                        </p:attrNameLst>
                                      </p:cBhvr>
                                      <p:to>
                                        <p:strVal val="hidden"/>
                                      </p:to>
                                    </p:set>
                                  </p:childTnLst>
                                </p:cTn>
                              </p:par>
                              <p:par>
                                <p:cTn id="8" presetID="10" presetClass="exit" presetSubtype="0" fill="hold" nodeType="withEffect">
                                  <p:stCondLst>
                                    <p:cond delay="0"/>
                                  </p:stCondLst>
                                  <p:childTnLst>
                                    <p:animEffect transition="out" filter="fade">
                                      <p:cBhvr>
                                        <p:cTn id="9" dur="500"/>
                                        <p:tgtEl>
                                          <p:spTgt spid="7"/>
                                        </p:tgtEl>
                                      </p:cBhvr>
                                    </p:animEffect>
                                    <p:set>
                                      <p:cBhvr>
                                        <p:cTn id="10" dur="1" fill="hold">
                                          <p:stCondLst>
                                            <p:cond delay="499"/>
                                          </p:stCondLst>
                                        </p:cTn>
                                        <p:tgtEl>
                                          <p:spTgt spid="7"/>
                                        </p:tgtEl>
                                        <p:attrNameLst>
                                          <p:attrName>style.visibility</p:attrName>
                                        </p:attrNameLst>
                                      </p:cBhvr>
                                      <p:to>
                                        <p:strVal val="hidden"/>
                                      </p:to>
                                    </p:set>
                                  </p:childTnLst>
                                </p:cTn>
                              </p:par>
                              <p:par>
                                <p:cTn id="11" presetID="10" presetClass="exit" presetSubtype="0" fill="hold" nodeType="withEffect">
                                  <p:stCondLst>
                                    <p:cond delay="0"/>
                                  </p:stCondLst>
                                  <p:childTnLst>
                                    <p:animEffect transition="out" filter="fade">
                                      <p:cBhvr>
                                        <p:cTn id="12" dur="500"/>
                                        <p:tgtEl>
                                          <p:spTgt spid="11"/>
                                        </p:tgtEl>
                                      </p:cBhvr>
                                    </p:animEffect>
                                    <p:set>
                                      <p:cBhvr>
                                        <p:cTn id="13" dur="1" fill="hold">
                                          <p:stCondLst>
                                            <p:cond delay="499"/>
                                          </p:stCondLst>
                                        </p:cTn>
                                        <p:tgtEl>
                                          <p:spTgt spid="11"/>
                                        </p:tgtEl>
                                        <p:attrNameLst>
                                          <p:attrName>style.visibility</p:attrName>
                                        </p:attrNameLst>
                                      </p:cBhvr>
                                      <p:to>
                                        <p:strVal val="hidden"/>
                                      </p:to>
                                    </p:set>
                                  </p:childTnLst>
                                </p:cTn>
                              </p:par>
                              <p:par>
                                <p:cTn id="14" presetID="10" presetClass="entr" presetSubtype="0" fill="hold" nodeType="withEffect">
                                  <p:stCondLst>
                                    <p:cond delay="0"/>
                                  </p:stCondLst>
                                  <p:childTnLst>
                                    <p:set>
                                      <p:cBhvr>
                                        <p:cTn id="15" dur="1" fill="hold">
                                          <p:stCondLst>
                                            <p:cond delay="0"/>
                                          </p:stCondLst>
                                        </p:cTn>
                                        <p:tgtEl>
                                          <p:spTgt spid="13"/>
                                        </p:tgtEl>
                                        <p:attrNameLst>
                                          <p:attrName>style.visibility</p:attrName>
                                        </p:attrNameLst>
                                      </p:cBhvr>
                                      <p:to>
                                        <p:strVal val="visible"/>
                                      </p:to>
                                    </p:set>
                                    <p:animEffect transition="in" filter="fade">
                                      <p:cBhvr>
                                        <p:cTn id="16"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 name="部分円 45">
            <a:extLst>
              <a:ext uri="{FF2B5EF4-FFF2-40B4-BE49-F238E27FC236}">
                <a16:creationId xmlns:a16="http://schemas.microsoft.com/office/drawing/2014/main" id="{E84E4C27-1516-F906-AC56-3AE1F2E41B8F}"/>
              </a:ext>
            </a:extLst>
          </p:cNvPr>
          <p:cNvSpPr/>
          <p:nvPr/>
        </p:nvSpPr>
        <p:spPr>
          <a:xfrm>
            <a:off x="168019" y="2581164"/>
            <a:ext cx="942932" cy="905063"/>
          </a:xfrm>
          <a:prstGeom prst="pie">
            <a:avLst>
              <a:gd name="adj1" fmla="val 0"/>
              <a:gd name="adj2" fmla="val 5433055"/>
            </a:avLst>
          </a:prstGeom>
          <a:solidFill>
            <a:schemeClr val="bg1">
              <a:lumMod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350">
              <a:solidFill>
                <a:schemeClr val="tx1"/>
              </a:solidFill>
            </a:endParaRPr>
          </a:p>
        </p:txBody>
      </p:sp>
      <p:sp>
        <p:nvSpPr>
          <p:cNvPr id="44" name="正方形/長方形 43">
            <a:extLst>
              <a:ext uri="{FF2B5EF4-FFF2-40B4-BE49-F238E27FC236}">
                <a16:creationId xmlns:a16="http://schemas.microsoft.com/office/drawing/2014/main" id="{FC1BB6E5-1C62-0D11-9C49-BF43327E0BE9}"/>
              </a:ext>
            </a:extLst>
          </p:cNvPr>
          <p:cNvSpPr/>
          <p:nvPr/>
        </p:nvSpPr>
        <p:spPr>
          <a:xfrm>
            <a:off x="1092533" y="4858556"/>
            <a:ext cx="486652" cy="827798"/>
          </a:xfrm>
          <a:prstGeom prst="rect">
            <a:avLst/>
          </a:prstGeom>
          <a:solidFill>
            <a:schemeClr val="bg1">
              <a:lumMod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350"/>
          </a:p>
        </p:txBody>
      </p:sp>
      <p:sp>
        <p:nvSpPr>
          <p:cNvPr id="2" name="タイトル 1">
            <a:extLst>
              <a:ext uri="{FF2B5EF4-FFF2-40B4-BE49-F238E27FC236}">
                <a16:creationId xmlns:a16="http://schemas.microsoft.com/office/drawing/2014/main" id="{60F204F6-9323-8C27-DA78-512A838E8299}"/>
              </a:ext>
            </a:extLst>
          </p:cNvPr>
          <p:cNvSpPr>
            <a:spLocks noGrp="1"/>
          </p:cNvSpPr>
          <p:nvPr>
            <p:ph type="title"/>
          </p:nvPr>
        </p:nvSpPr>
        <p:spPr/>
        <p:txBody>
          <a:bodyPr>
            <a:normAutofit/>
          </a:bodyPr>
          <a:lstStyle/>
          <a:p>
            <a:r>
              <a:rPr kumimoji="1" lang="ja-JP" altLang="en-US" dirty="0"/>
              <a:t>深度を取得する原理１</a:t>
            </a:r>
          </a:p>
        </p:txBody>
      </p:sp>
      <p:sp>
        <p:nvSpPr>
          <p:cNvPr id="4" name="スライド番号プレースホルダー 3">
            <a:extLst>
              <a:ext uri="{FF2B5EF4-FFF2-40B4-BE49-F238E27FC236}">
                <a16:creationId xmlns:a16="http://schemas.microsoft.com/office/drawing/2014/main" id="{6852BA33-9667-3CEA-61D1-A92C92695727}"/>
              </a:ext>
            </a:extLst>
          </p:cNvPr>
          <p:cNvSpPr>
            <a:spLocks noGrp="1"/>
          </p:cNvSpPr>
          <p:nvPr>
            <p:ph type="sldNum" sz="quarter" idx="12"/>
          </p:nvPr>
        </p:nvSpPr>
        <p:spPr>
          <a:xfrm>
            <a:off x="7029450" y="361948"/>
            <a:ext cx="2057400" cy="365125"/>
          </a:xfrm>
        </p:spPr>
        <p:txBody>
          <a:bodyPr/>
          <a:lstStyle/>
          <a:p>
            <a:fld id="{36CC8B87-28FD-40C1-8BEA-A488324BDA2F}" type="slidenum">
              <a:rPr kumimoji="1" lang="ja-JP" altLang="en-US" smtClean="0"/>
              <a:t>6</a:t>
            </a:fld>
            <a:endParaRPr kumimoji="1" lang="ja-JP" altLang="en-US" dirty="0"/>
          </a:p>
        </p:txBody>
      </p:sp>
      <p:grpSp>
        <p:nvGrpSpPr>
          <p:cNvPr id="10" name="グループ化 9">
            <a:extLst>
              <a:ext uri="{FF2B5EF4-FFF2-40B4-BE49-F238E27FC236}">
                <a16:creationId xmlns:a16="http://schemas.microsoft.com/office/drawing/2014/main" id="{866A682E-37EA-6EE7-8C7A-0255062A7392}"/>
              </a:ext>
            </a:extLst>
          </p:cNvPr>
          <p:cNvGrpSpPr/>
          <p:nvPr/>
        </p:nvGrpSpPr>
        <p:grpSpPr>
          <a:xfrm>
            <a:off x="2389288" y="4078054"/>
            <a:ext cx="1137062" cy="1163209"/>
            <a:chOff x="5664122" y="3576219"/>
            <a:chExt cx="1586716" cy="1585381"/>
          </a:xfrm>
        </p:grpSpPr>
        <p:sp>
          <p:nvSpPr>
            <p:cNvPr id="5" name="部分円 4">
              <a:extLst>
                <a:ext uri="{FF2B5EF4-FFF2-40B4-BE49-F238E27FC236}">
                  <a16:creationId xmlns:a16="http://schemas.microsoft.com/office/drawing/2014/main" id="{38C0608D-E9C5-71F0-A0E4-9FF2280E8E95}"/>
                </a:ext>
              </a:extLst>
            </p:cNvPr>
            <p:cNvSpPr/>
            <p:nvPr/>
          </p:nvSpPr>
          <p:spPr>
            <a:xfrm rot="21447112">
              <a:off x="6135858" y="3576219"/>
              <a:ext cx="650069" cy="651843"/>
            </a:xfrm>
            <a:prstGeom prst="pie">
              <a:avLst>
                <a:gd name="adj1" fmla="val 8998221"/>
                <a:gd name="adj2" fmla="val 1857598"/>
              </a:avLst>
            </a:prstGeom>
            <a:noFill/>
            <a:ln>
              <a:solidFill>
                <a:schemeClr val="tx1"/>
              </a:solidFill>
            </a:ln>
            <a:effectLst>
              <a:outerShdw blurRad="63500" sx="102000" sy="102000" algn="c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kumimoji="1" lang="ja-JP" altLang="en-US" sz="1350" dirty="0">
                <a:solidFill>
                  <a:srgbClr val="0070C0"/>
                </a:solidFill>
              </a:endParaRPr>
            </a:p>
          </p:txBody>
        </p:sp>
        <p:sp>
          <p:nvSpPr>
            <p:cNvPr id="6" name="部分円 5">
              <a:extLst>
                <a:ext uri="{FF2B5EF4-FFF2-40B4-BE49-F238E27FC236}">
                  <a16:creationId xmlns:a16="http://schemas.microsoft.com/office/drawing/2014/main" id="{53BCBA0E-2458-034A-659C-64DCFB430070}"/>
                </a:ext>
              </a:extLst>
            </p:cNvPr>
            <p:cNvSpPr/>
            <p:nvPr/>
          </p:nvSpPr>
          <p:spPr>
            <a:xfrm rot="5400000">
              <a:off x="6599882" y="4048432"/>
              <a:ext cx="650069" cy="651843"/>
            </a:xfrm>
            <a:prstGeom prst="pie">
              <a:avLst>
                <a:gd name="adj1" fmla="val 8998221"/>
                <a:gd name="adj2" fmla="val 1857598"/>
              </a:avLst>
            </a:prstGeom>
            <a:noFill/>
            <a:ln>
              <a:solidFill>
                <a:schemeClr val="bg1">
                  <a:lumMod val="10000"/>
                </a:schemeClr>
              </a:solidFill>
            </a:ln>
            <a:effectLst>
              <a:outerShdw blurRad="63500" sx="102000" sy="102000" algn="c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kumimoji="1" lang="ja-JP" altLang="en-US" sz="1350" dirty="0">
                <a:solidFill>
                  <a:srgbClr val="0070C0"/>
                </a:solidFill>
              </a:endParaRPr>
            </a:p>
          </p:txBody>
        </p:sp>
        <p:sp>
          <p:nvSpPr>
            <p:cNvPr id="7" name="部分円 6">
              <a:extLst>
                <a:ext uri="{FF2B5EF4-FFF2-40B4-BE49-F238E27FC236}">
                  <a16:creationId xmlns:a16="http://schemas.microsoft.com/office/drawing/2014/main" id="{254A911A-3FEB-AD83-CA97-4C8BE62AA9D1}"/>
                </a:ext>
              </a:extLst>
            </p:cNvPr>
            <p:cNvSpPr/>
            <p:nvPr/>
          </p:nvSpPr>
          <p:spPr>
            <a:xfrm rot="16200000">
              <a:off x="5665009" y="4048432"/>
              <a:ext cx="650069" cy="651843"/>
            </a:xfrm>
            <a:prstGeom prst="pie">
              <a:avLst>
                <a:gd name="adj1" fmla="val 8998221"/>
                <a:gd name="adj2" fmla="val 1857598"/>
              </a:avLst>
            </a:prstGeom>
            <a:noFill/>
            <a:ln>
              <a:solidFill>
                <a:schemeClr val="bg1">
                  <a:lumMod val="10000"/>
                </a:schemeClr>
              </a:solidFill>
            </a:ln>
            <a:effectLst>
              <a:outerShdw blurRad="63500" sx="102000" sy="102000" algn="c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kumimoji="1" lang="ja-JP" altLang="en-US" sz="1350" dirty="0">
                <a:solidFill>
                  <a:srgbClr val="0070C0"/>
                </a:solidFill>
              </a:endParaRPr>
            </a:p>
          </p:txBody>
        </p:sp>
        <p:sp>
          <p:nvSpPr>
            <p:cNvPr id="8" name="ひし形 7">
              <a:extLst>
                <a:ext uri="{FF2B5EF4-FFF2-40B4-BE49-F238E27FC236}">
                  <a16:creationId xmlns:a16="http://schemas.microsoft.com/office/drawing/2014/main" id="{364C9FA7-7009-1E70-8D37-E7ED6EEAC2D7}"/>
                </a:ext>
              </a:extLst>
            </p:cNvPr>
            <p:cNvSpPr/>
            <p:nvPr/>
          </p:nvSpPr>
          <p:spPr>
            <a:xfrm>
              <a:off x="6003693" y="3917154"/>
              <a:ext cx="914400" cy="914400"/>
            </a:xfrm>
            <a:prstGeom prst="diamond">
              <a:avLst/>
            </a:prstGeom>
            <a:noFill/>
            <a:ln>
              <a:solidFill>
                <a:schemeClr val="tx1">
                  <a:lumMod val="50000"/>
                  <a:lumOff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350"/>
            </a:p>
          </p:txBody>
        </p:sp>
        <p:sp>
          <p:nvSpPr>
            <p:cNvPr id="9" name="部分円 8">
              <a:extLst>
                <a:ext uri="{FF2B5EF4-FFF2-40B4-BE49-F238E27FC236}">
                  <a16:creationId xmlns:a16="http://schemas.microsoft.com/office/drawing/2014/main" id="{B5E4C5CC-BBC8-49AE-AA7E-F52ADA84D445}"/>
                </a:ext>
              </a:extLst>
            </p:cNvPr>
            <p:cNvSpPr/>
            <p:nvPr/>
          </p:nvSpPr>
          <p:spPr>
            <a:xfrm rot="10800000">
              <a:off x="6137767" y="4509757"/>
              <a:ext cx="650069" cy="651843"/>
            </a:xfrm>
            <a:prstGeom prst="pie">
              <a:avLst>
                <a:gd name="adj1" fmla="val 8998221"/>
                <a:gd name="adj2" fmla="val 1857598"/>
              </a:avLst>
            </a:prstGeom>
            <a:noFill/>
            <a:ln>
              <a:solidFill>
                <a:schemeClr val="bg1">
                  <a:lumMod val="10000"/>
                </a:schemeClr>
              </a:solidFill>
            </a:ln>
            <a:effectLst>
              <a:outerShdw blurRad="63500" sx="102000" sy="102000" algn="c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kumimoji="1" lang="ja-JP" altLang="en-US" sz="1350" dirty="0">
                <a:solidFill>
                  <a:srgbClr val="0070C0"/>
                </a:solidFill>
              </a:endParaRPr>
            </a:p>
          </p:txBody>
        </p:sp>
      </p:grpSp>
      <p:sp>
        <p:nvSpPr>
          <p:cNvPr id="11" name="正方形/長方形 10">
            <a:extLst>
              <a:ext uri="{FF2B5EF4-FFF2-40B4-BE49-F238E27FC236}">
                <a16:creationId xmlns:a16="http://schemas.microsoft.com/office/drawing/2014/main" id="{E24B6588-B3C7-8EB8-3306-34D54FAE8539}"/>
              </a:ext>
            </a:extLst>
          </p:cNvPr>
          <p:cNvSpPr/>
          <p:nvPr/>
        </p:nvSpPr>
        <p:spPr>
          <a:xfrm>
            <a:off x="634370" y="3025700"/>
            <a:ext cx="4787873" cy="2813299"/>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350"/>
          </a:p>
        </p:txBody>
      </p:sp>
      <p:sp>
        <p:nvSpPr>
          <p:cNvPr id="17" name="テキスト ボックス 16">
            <a:extLst>
              <a:ext uri="{FF2B5EF4-FFF2-40B4-BE49-F238E27FC236}">
                <a16:creationId xmlns:a16="http://schemas.microsoft.com/office/drawing/2014/main" id="{B57EB895-03F9-3B81-B51A-9B92EA5B241C}"/>
              </a:ext>
            </a:extLst>
          </p:cNvPr>
          <p:cNvSpPr txBox="1"/>
          <p:nvPr/>
        </p:nvSpPr>
        <p:spPr>
          <a:xfrm>
            <a:off x="1047877" y="3818448"/>
            <a:ext cx="1584751" cy="400110"/>
          </a:xfrm>
          <a:prstGeom prst="rect">
            <a:avLst/>
          </a:prstGeom>
          <a:noFill/>
        </p:spPr>
        <p:txBody>
          <a:bodyPr wrap="square" rtlCol="0">
            <a:spAutoFit/>
          </a:bodyPr>
          <a:lstStyle/>
          <a:p>
            <a:r>
              <a:rPr kumimoji="1" lang="ja-JP" altLang="en-US" sz="2000" dirty="0"/>
              <a:t>魚眼カメラ</a:t>
            </a:r>
          </a:p>
        </p:txBody>
      </p:sp>
      <p:sp>
        <p:nvSpPr>
          <p:cNvPr id="27" name="正方形/長方形 26">
            <a:extLst>
              <a:ext uri="{FF2B5EF4-FFF2-40B4-BE49-F238E27FC236}">
                <a16:creationId xmlns:a16="http://schemas.microsoft.com/office/drawing/2014/main" id="{1E37C994-1FD8-D18A-45CC-A4AACE274341}"/>
              </a:ext>
            </a:extLst>
          </p:cNvPr>
          <p:cNvSpPr/>
          <p:nvPr/>
        </p:nvSpPr>
        <p:spPr>
          <a:xfrm>
            <a:off x="629842" y="1727600"/>
            <a:ext cx="8470616" cy="135731"/>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350"/>
          </a:p>
        </p:txBody>
      </p:sp>
      <p:sp>
        <p:nvSpPr>
          <p:cNvPr id="43" name="正方形/長方形 42">
            <a:extLst>
              <a:ext uri="{FF2B5EF4-FFF2-40B4-BE49-F238E27FC236}">
                <a16:creationId xmlns:a16="http://schemas.microsoft.com/office/drawing/2014/main" id="{1668F25F-7CF0-82D5-86D7-6A080F37DC6E}"/>
              </a:ext>
            </a:extLst>
          </p:cNvPr>
          <p:cNvSpPr/>
          <p:nvPr/>
        </p:nvSpPr>
        <p:spPr>
          <a:xfrm>
            <a:off x="3679296" y="4222023"/>
            <a:ext cx="228443" cy="203147"/>
          </a:xfrm>
          <a:prstGeom prst="rect">
            <a:avLst/>
          </a:prstGeom>
          <a:solidFill>
            <a:schemeClr val="bg1">
              <a:lumMod val="5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350"/>
          </a:p>
        </p:txBody>
      </p:sp>
      <p:cxnSp>
        <p:nvCxnSpPr>
          <p:cNvPr id="16" name="直線矢印コネクタ 15">
            <a:extLst>
              <a:ext uri="{FF2B5EF4-FFF2-40B4-BE49-F238E27FC236}">
                <a16:creationId xmlns:a16="http://schemas.microsoft.com/office/drawing/2014/main" id="{469A20C9-9742-E1A4-11E6-6533174C8BF6}"/>
              </a:ext>
            </a:extLst>
          </p:cNvPr>
          <p:cNvCxnSpPr>
            <a:cxnSpLocks/>
          </p:cNvCxnSpPr>
          <p:nvPr/>
        </p:nvCxnSpPr>
        <p:spPr>
          <a:xfrm>
            <a:off x="2389288" y="4067934"/>
            <a:ext cx="394855" cy="67338"/>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sp>
        <p:nvSpPr>
          <p:cNvPr id="3" name="正方形/長方形 2">
            <a:extLst>
              <a:ext uri="{FF2B5EF4-FFF2-40B4-BE49-F238E27FC236}">
                <a16:creationId xmlns:a16="http://schemas.microsoft.com/office/drawing/2014/main" id="{C49E909F-F082-9990-C895-0537CB0B0B11}"/>
              </a:ext>
            </a:extLst>
          </p:cNvPr>
          <p:cNvSpPr/>
          <p:nvPr/>
        </p:nvSpPr>
        <p:spPr>
          <a:xfrm>
            <a:off x="0" y="1268413"/>
            <a:ext cx="9097550" cy="927034"/>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12" name="コンテンツ プレースホルダー 13">
            <a:extLst>
              <a:ext uri="{FF2B5EF4-FFF2-40B4-BE49-F238E27FC236}">
                <a16:creationId xmlns:a16="http://schemas.microsoft.com/office/drawing/2014/main" id="{E76AC65A-D0CF-6810-A8B0-ED3F19D98751}"/>
              </a:ext>
            </a:extLst>
          </p:cNvPr>
          <p:cNvSpPr txBox="1">
            <a:spLocks/>
          </p:cNvSpPr>
          <p:nvPr/>
        </p:nvSpPr>
        <p:spPr>
          <a:xfrm>
            <a:off x="628650" y="1600124"/>
            <a:ext cx="7886700" cy="905063"/>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Wingdings" panose="05000000000000000000" pitchFamily="2" charset="2"/>
              <a:buChar char="n"/>
              <a:defRPr kumimoji="1" sz="2800" kern="1200">
                <a:solidFill>
                  <a:schemeClr val="tx1"/>
                </a:solidFill>
                <a:latin typeface="+mn-ea"/>
                <a:ea typeface="+mn-ea"/>
                <a:cs typeface="+mn-cs"/>
              </a:defRPr>
            </a:lvl1pPr>
            <a:lvl2pPr marL="685800" indent="-228600" algn="l" defTabSz="914400" rtl="0" eaLnBrk="1" latinLnBrk="0" hangingPunct="1">
              <a:lnSpc>
                <a:spcPct val="90000"/>
              </a:lnSpc>
              <a:spcBef>
                <a:spcPts val="500"/>
              </a:spcBef>
              <a:buFont typeface="游ゴシック Medium" panose="020B0500000000000000" pitchFamily="50" charset="-128"/>
              <a:buChar char="-"/>
              <a:defRPr kumimoji="1" sz="2400" kern="1200">
                <a:solidFill>
                  <a:schemeClr val="tx1"/>
                </a:solidFill>
                <a:latin typeface="+mn-ea"/>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ea"/>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ea"/>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ea"/>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indent="0">
              <a:buFont typeface="Wingdings" panose="05000000000000000000" pitchFamily="2" charset="2"/>
              <a:buNone/>
            </a:pPr>
            <a:r>
              <a:rPr lang="ja-JP" altLang="en-US" b="1" dirty="0"/>
              <a:t>ハードウェアを配置した図</a:t>
            </a:r>
            <a:endParaRPr lang="en-US" altLang="ja-JP" b="1" dirty="0"/>
          </a:p>
        </p:txBody>
      </p:sp>
    </p:spTree>
    <p:extLst>
      <p:ext uri="{BB962C8B-B14F-4D97-AF65-F5344CB8AC3E}">
        <p14:creationId xmlns:p14="http://schemas.microsoft.com/office/powerpoint/2010/main" val="137826763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DEB38A-B2C0-9957-2832-D2F8CF84F0E7}"/>
            </a:ext>
          </a:extLst>
        </p:cNvPr>
        <p:cNvGrpSpPr/>
        <p:nvPr/>
      </p:nvGrpSpPr>
      <p:grpSpPr>
        <a:xfrm>
          <a:off x="0" y="0"/>
          <a:ext cx="0" cy="0"/>
          <a:chOff x="0" y="0"/>
          <a:chExt cx="0" cy="0"/>
        </a:xfrm>
      </p:grpSpPr>
      <p:sp>
        <p:nvSpPr>
          <p:cNvPr id="46" name="部分円 45">
            <a:extLst>
              <a:ext uri="{FF2B5EF4-FFF2-40B4-BE49-F238E27FC236}">
                <a16:creationId xmlns:a16="http://schemas.microsoft.com/office/drawing/2014/main" id="{2A1B3FDF-5FC4-F97B-0D18-1D52C18D966C}"/>
              </a:ext>
            </a:extLst>
          </p:cNvPr>
          <p:cNvSpPr/>
          <p:nvPr/>
        </p:nvSpPr>
        <p:spPr>
          <a:xfrm>
            <a:off x="168019" y="2581165"/>
            <a:ext cx="942932" cy="905063"/>
          </a:xfrm>
          <a:prstGeom prst="pie">
            <a:avLst>
              <a:gd name="adj1" fmla="val 0"/>
              <a:gd name="adj2" fmla="val 5433055"/>
            </a:avLst>
          </a:prstGeom>
          <a:solidFill>
            <a:schemeClr val="bg1">
              <a:lumMod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350">
              <a:solidFill>
                <a:schemeClr val="tx1"/>
              </a:solidFill>
            </a:endParaRPr>
          </a:p>
        </p:txBody>
      </p:sp>
      <p:sp>
        <p:nvSpPr>
          <p:cNvPr id="44" name="正方形/長方形 43">
            <a:extLst>
              <a:ext uri="{FF2B5EF4-FFF2-40B4-BE49-F238E27FC236}">
                <a16:creationId xmlns:a16="http://schemas.microsoft.com/office/drawing/2014/main" id="{21242A0E-4549-1D80-325B-ABF93936F966}"/>
              </a:ext>
            </a:extLst>
          </p:cNvPr>
          <p:cNvSpPr/>
          <p:nvPr/>
        </p:nvSpPr>
        <p:spPr>
          <a:xfrm>
            <a:off x="1092533" y="4858557"/>
            <a:ext cx="486652" cy="827798"/>
          </a:xfrm>
          <a:prstGeom prst="rect">
            <a:avLst/>
          </a:prstGeom>
          <a:solidFill>
            <a:schemeClr val="bg1">
              <a:lumMod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350"/>
          </a:p>
        </p:txBody>
      </p:sp>
      <p:sp>
        <p:nvSpPr>
          <p:cNvPr id="2" name="タイトル 1">
            <a:extLst>
              <a:ext uri="{FF2B5EF4-FFF2-40B4-BE49-F238E27FC236}">
                <a16:creationId xmlns:a16="http://schemas.microsoft.com/office/drawing/2014/main" id="{C030F4F3-A380-19FF-6028-0C23CF8684CD}"/>
              </a:ext>
            </a:extLst>
          </p:cNvPr>
          <p:cNvSpPr>
            <a:spLocks noGrp="1"/>
          </p:cNvSpPr>
          <p:nvPr>
            <p:ph type="title"/>
          </p:nvPr>
        </p:nvSpPr>
        <p:spPr/>
        <p:txBody>
          <a:bodyPr>
            <a:normAutofit/>
          </a:bodyPr>
          <a:lstStyle/>
          <a:p>
            <a:r>
              <a:rPr lang="ja-JP" altLang="en-US" dirty="0"/>
              <a:t>深度を取得する原理２</a:t>
            </a:r>
            <a:endParaRPr kumimoji="1" lang="ja-JP" altLang="en-US" dirty="0"/>
          </a:p>
        </p:txBody>
      </p:sp>
      <p:sp>
        <p:nvSpPr>
          <p:cNvPr id="4" name="スライド番号プレースホルダー 3">
            <a:extLst>
              <a:ext uri="{FF2B5EF4-FFF2-40B4-BE49-F238E27FC236}">
                <a16:creationId xmlns:a16="http://schemas.microsoft.com/office/drawing/2014/main" id="{B271178D-804E-596A-A4A3-04E5A358DBE8}"/>
              </a:ext>
            </a:extLst>
          </p:cNvPr>
          <p:cNvSpPr>
            <a:spLocks noGrp="1"/>
          </p:cNvSpPr>
          <p:nvPr>
            <p:ph type="sldNum" sz="quarter" idx="12"/>
          </p:nvPr>
        </p:nvSpPr>
        <p:spPr>
          <a:xfrm>
            <a:off x="7029450" y="361948"/>
            <a:ext cx="2057400" cy="365125"/>
          </a:xfrm>
        </p:spPr>
        <p:txBody>
          <a:bodyPr/>
          <a:lstStyle/>
          <a:p>
            <a:fld id="{36CC8B87-28FD-40C1-8BEA-A488324BDA2F}" type="slidenum">
              <a:rPr kumimoji="1" lang="ja-JP" altLang="en-US" smtClean="0"/>
              <a:t>7</a:t>
            </a:fld>
            <a:endParaRPr kumimoji="1" lang="ja-JP" altLang="en-US" dirty="0"/>
          </a:p>
        </p:txBody>
      </p:sp>
      <p:grpSp>
        <p:nvGrpSpPr>
          <p:cNvPr id="10" name="グループ化 9">
            <a:extLst>
              <a:ext uri="{FF2B5EF4-FFF2-40B4-BE49-F238E27FC236}">
                <a16:creationId xmlns:a16="http://schemas.microsoft.com/office/drawing/2014/main" id="{A869887E-4CDE-3E3B-7AF1-194A878865BC}"/>
              </a:ext>
            </a:extLst>
          </p:cNvPr>
          <p:cNvGrpSpPr/>
          <p:nvPr/>
        </p:nvGrpSpPr>
        <p:grpSpPr>
          <a:xfrm>
            <a:off x="2389288" y="4078055"/>
            <a:ext cx="1137062" cy="1163209"/>
            <a:chOff x="5664122" y="3576219"/>
            <a:chExt cx="1586716" cy="1585381"/>
          </a:xfrm>
        </p:grpSpPr>
        <p:sp>
          <p:nvSpPr>
            <p:cNvPr id="5" name="部分円 4">
              <a:extLst>
                <a:ext uri="{FF2B5EF4-FFF2-40B4-BE49-F238E27FC236}">
                  <a16:creationId xmlns:a16="http://schemas.microsoft.com/office/drawing/2014/main" id="{D1CF376F-3C0F-62E7-2B44-8AE42AD7A071}"/>
                </a:ext>
              </a:extLst>
            </p:cNvPr>
            <p:cNvSpPr/>
            <p:nvPr/>
          </p:nvSpPr>
          <p:spPr>
            <a:xfrm rot="21447112">
              <a:off x="6135858" y="3576219"/>
              <a:ext cx="650069" cy="651843"/>
            </a:xfrm>
            <a:prstGeom prst="pie">
              <a:avLst>
                <a:gd name="adj1" fmla="val 8998221"/>
                <a:gd name="adj2" fmla="val 1857598"/>
              </a:avLst>
            </a:prstGeom>
            <a:noFill/>
            <a:ln>
              <a:solidFill>
                <a:srgbClr val="0070C0"/>
              </a:solidFill>
            </a:ln>
            <a:effectLst>
              <a:outerShdw blurRad="63500" sx="102000" sy="102000" algn="c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kumimoji="1" lang="ja-JP" altLang="en-US" sz="1350" dirty="0">
                <a:solidFill>
                  <a:srgbClr val="0070C0"/>
                </a:solidFill>
              </a:endParaRPr>
            </a:p>
          </p:txBody>
        </p:sp>
        <p:sp>
          <p:nvSpPr>
            <p:cNvPr id="6" name="部分円 5">
              <a:extLst>
                <a:ext uri="{FF2B5EF4-FFF2-40B4-BE49-F238E27FC236}">
                  <a16:creationId xmlns:a16="http://schemas.microsoft.com/office/drawing/2014/main" id="{4CBCAC7E-DDEF-7C6A-60F5-98195BFD6AED}"/>
                </a:ext>
              </a:extLst>
            </p:cNvPr>
            <p:cNvSpPr/>
            <p:nvPr/>
          </p:nvSpPr>
          <p:spPr>
            <a:xfrm rot="5400000">
              <a:off x="6599882" y="4048432"/>
              <a:ext cx="650069" cy="651843"/>
            </a:xfrm>
            <a:prstGeom prst="pie">
              <a:avLst>
                <a:gd name="adj1" fmla="val 8998221"/>
                <a:gd name="adj2" fmla="val 1857598"/>
              </a:avLst>
            </a:prstGeom>
            <a:noFill/>
            <a:ln>
              <a:solidFill>
                <a:schemeClr val="bg1">
                  <a:lumMod val="10000"/>
                </a:schemeClr>
              </a:solidFill>
            </a:ln>
            <a:effectLst>
              <a:outerShdw blurRad="63500" sx="102000" sy="102000" algn="c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kumimoji="1" lang="ja-JP" altLang="en-US" sz="1350" dirty="0">
                <a:solidFill>
                  <a:srgbClr val="0070C0"/>
                </a:solidFill>
              </a:endParaRPr>
            </a:p>
          </p:txBody>
        </p:sp>
        <p:sp>
          <p:nvSpPr>
            <p:cNvPr id="7" name="部分円 6">
              <a:extLst>
                <a:ext uri="{FF2B5EF4-FFF2-40B4-BE49-F238E27FC236}">
                  <a16:creationId xmlns:a16="http://schemas.microsoft.com/office/drawing/2014/main" id="{39B289A4-1627-F762-BA7D-98450803F0E8}"/>
                </a:ext>
              </a:extLst>
            </p:cNvPr>
            <p:cNvSpPr/>
            <p:nvPr/>
          </p:nvSpPr>
          <p:spPr>
            <a:xfrm rot="16200000">
              <a:off x="5665009" y="4048432"/>
              <a:ext cx="650069" cy="651843"/>
            </a:xfrm>
            <a:prstGeom prst="pie">
              <a:avLst>
                <a:gd name="adj1" fmla="val 8998221"/>
                <a:gd name="adj2" fmla="val 1857598"/>
              </a:avLst>
            </a:prstGeom>
            <a:noFill/>
            <a:ln>
              <a:solidFill>
                <a:schemeClr val="bg1">
                  <a:lumMod val="10000"/>
                </a:schemeClr>
              </a:solidFill>
            </a:ln>
            <a:effectLst>
              <a:outerShdw blurRad="63500" sx="102000" sy="102000" algn="c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kumimoji="1" lang="ja-JP" altLang="en-US" sz="1350" dirty="0">
                <a:solidFill>
                  <a:srgbClr val="0070C0"/>
                </a:solidFill>
              </a:endParaRPr>
            </a:p>
          </p:txBody>
        </p:sp>
        <p:sp>
          <p:nvSpPr>
            <p:cNvPr id="8" name="ひし形 7">
              <a:extLst>
                <a:ext uri="{FF2B5EF4-FFF2-40B4-BE49-F238E27FC236}">
                  <a16:creationId xmlns:a16="http://schemas.microsoft.com/office/drawing/2014/main" id="{09472D1E-BAE0-7D4A-210D-022CA455AF2B}"/>
                </a:ext>
              </a:extLst>
            </p:cNvPr>
            <p:cNvSpPr/>
            <p:nvPr/>
          </p:nvSpPr>
          <p:spPr>
            <a:xfrm>
              <a:off x="6003693" y="3917154"/>
              <a:ext cx="914400" cy="914400"/>
            </a:xfrm>
            <a:prstGeom prst="diamond">
              <a:avLst/>
            </a:prstGeom>
            <a:noFill/>
            <a:ln>
              <a:solidFill>
                <a:schemeClr val="tx1">
                  <a:lumMod val="50000"/>
                  <a:lumOff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350"/>
            </a:p>
          </p:txBody>
        </p:sp>
        <p:sp>
          <p:nvSpPr>
            <p:cNvPr id="9" name="部分円 8">
              <a:extLst>
                <a:ext uri="{FF2B5EF4-FFF2-40B4-BE49-F238E27FC236}">
                  <a16:creationId xmlns:a16="http://schemas.microsoft.com/office/drawing/2014/main" id="{73A3DBB1-662A-0B09-382A-713B0887EEB1}"/>
                </a:ext>
              </a:extLst>
            </p:cNvPr>
            <p:cNvSpPr/>
            <p:nvPr/>
          </p:nvSpPr>
          <p:spPr>
            <a:xfrm rot="10800000">
              <a:off x="6137767" y="4509757"/>
              <a:ext cx="650069" cy="651843"/>
            </a:xfrm>
            <a:prstGeom prst="pie">
              <a:avLst>
                <a:gd name="adj1" fmla="val 8998221"/>
                <a:gd name="adj2" fmla="val 1857598"/>
              </a:avLst>
            </a:prstGeom>
            <a:noFill/>
            <a:ln>
              <a:solidFill>
                <a:schemeClr val="bg1">
                  <a:lumMod val="10000"/>
                </a:schemeClr>
              </a:solidFill>
            </a:ln>
            <a:effectLst>
              <a:outerShdw blurRad="63500" sx="102000" sy="102000" algn="c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kumimoji="1" lang="ja-JP" altLang="en-US" sz="1350" dirty="0">
                <a:solidFill>
                  <a:srgbClr val="0070C0"/>
                </a:solidFill>
              </a:endParaRPr>
            </a:p>
          </p:txBody>
        </p:sp>
      </p:grpSp>
      <p:sp>
        <p:nvSpPr>
          <p:cNvPr id="11" name="正方形/長方形 10">
            <a:extLst>
              <a:ext uri="{FF2B5EF4-FFF2-40B4-BE49-F238E27FC236}">
                <a16:creationId xmlns:a16="http://schemas.microsoft.com/office/drawing/2014/main" id="{A2CE981D-738E-CC5F-364A-8A74E57591DF}"/>
              </a:ext>
            </a:extLst>
          </p:cNvPr>
          <p:cNvSpPr/>
          <p:nvPr/>
        </p:nvSpPr>
        <p:spPr>
          <a:xfrm>
            <a:off x="634370" y="3025701"/>
            <a:ext cx="4787873" cy="2813299"/>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350"/>
          </a:p>
        </p:txBody>
      </p:sp>
      <p:sp>
        <p:nvSpPr>
          <p:cNvPr id="17" name="テキスト ボックス 16">
            <a:extLst>
              <a:ext uri="{FF2B5EF4-FFF2-40B4-BE49-F238E27FC236}">
                <a16:creationId xmlns:a16="http://schemas.microsoft.com/office/drawing/2014/main" id="{74B62F53-ACD5-6A5D-10AD-A9F0B4CC9CF4}"/>
              </a:ext>
            </a:extLst>
          </p:cNvPr>
          <p:cNvSpPr txBox="1"/>
          <p:nvPr/>
        </p:nvSpPr>
        <p:spPr>
          <a:xfrm>
            <a:off x="1861811" y="3993294"/>
            <a:ext cx="1186920" cy="300082"/>
          </a:xfrm>
          <a:prstGeom prst="rect">
            <a:avLst/>
          </a:prstGeom>
          <a:noFill/>
        </p:spPr>
        <p:txBody>
          <a:bodyPr wrap="square" rtlCol="0">
            <a:spAutoFit/>
          </a:bodyPr>
          <a:lstStyle/>
          <a:p>
            <a:r>
              <a:rPr kumimoji="1" lang="ja-JP" altLang="en-US" sz="1350" dirty="0">
                <a:solidFill>
                  <a:srgbClr val="0070C0"/>
                </a:solidFill>
              </a:rPr>
              <a:t>基準カメラ</a:t>
            </a:r>
          </a:p>
        </p:txBody>
      </p:sp>
      <p:sp>
        <p:nvSpPr>
          <p:cNvPr id="27" name="正方形/長方形 26">
            <a:extLst>
              <a:ext uri="{FF2B5EF4-FFF2-40B4-BE49-F238E27FC236}">
                <a16:creationId xmlns:a16="http://schemas.microsoft.com/office/drawing/2014/main" id="{0C23B511-C84E-7B9D-EFEB-B1FF8CD98651}"/>
              </a:ext>
            </a:extLst>
          </p:cNvPr>
          <p:cNvSpPr/>
          <p:nvPr/>
        </p:nvSpPr>
        <p:spPr>
          <a:xfrm>
            <a:off x="629842" y="1727600"/>
            <a:ext cx="8470616" cy="135731"/>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350"/>
          </a:p>
        </p:txBody>
      </p:sp>
      <p:sp>
        <p:nvSpPr>
          <p:cNvPr id="43" name="正方形/長方形 42">
            <a:extLst>
              <a:ext uri="{FF2B5EF4-FFF2-40B4-BE49-F238E27FC236}">
                <a16:creationId xmlns:a16="http://schemas.microsoft.com/office/drawing/2014/main" id="{8ECF483A-FC23-F105-BDFA-CF5863BF74EE}"/>
              </a:ext>
            </a:extLst>
          </p:cNvPr>
          <p:cNvSpPr/>
          <p:nvPr/>
        </p:nvSpPr>
        <p:spPr>
          <a:xfrm>
            <a:off x="3679296" y="4222024"/>
            <a:ext cx="228443" cy="203147"/>
          </a:xfrm>
          <a:prstGeom prst="rect">
            <a:avLst/>
          </a:prstGeom>
          <a:solidFill>
            <a:schemeClr val="bg1">
              <a:lumMod val="5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350"/>
          </a:p>
        </p:txBody>
      </p:sp>
      <p:cxnSp>
        <p:nvCxnSpPr>
          <p:cNvPr id="13" name="直線矢印コネクタ 12">
            <a:extLst>
              <a:ext uri="{FF2B5EF4-FFF2-40B4-BE49-F238E27FC236}">
                <a16:creationId xmlns:a16="http://schemas.microsoft.com/office/drawing/2014/main" id="{F091EE65-496E-D114-2B3F-537CF2AC5C84}"/>
              </a:ext>
            </a:extLst>
          </p:cNvPr>
          <p:cNvCxnSpPr>
            <a:cxnSpLocks/>
          </p:cNvCxnSpPr>
          <p:nvPr/>
        </p:nvCxnSpPr>
        <p:spPr>
          <a:xfrm flipV="1">
            <a:off x="2960267" y="4165263"/>
            <a:ext cx="175841" cy="162938"/>
          </a:xfrm>
          <a:prstGeom prst="straightConnector1">
            <a:avLst/>
          </a:prstGeom>
          <a:ln>
            <a:solidFill>
              <a:srgbClr val="0070C0"/>
            </a:solidFill>
            <a:tailEnd type="triangle"/>
          </a:ln>
        </p:spPr>
        <p:style>
          <a:lnRef idx="2">
            <a:schemeClr val="accent1"/>
          </a:lnRef>
          <a:fillRef idx="0">
            <a:schemeClr val="accent1"/>
          </a:fillRef>
          <a:effectRef idx="1">
            <a:schemeClr val="accent1"/>
          </a:effectRef>
          <a:fontRef idx="minor">
            <a:schemeClr val="tx1"/>
          </a:fontRef>
        </p:style>
      </p:cxnSp>
      <p:cxnSp>
        <p:nvCxnSpPr>
          <p:cNvPr id="3" name="直線コネクタ 2">
            <a:extLst>
              <a:ext uri="{FF2B5EF4-FFF2-40B4-BE49-F238E27FC236}">
                <a16:creationId xmlns:a16="http://schemas.microsoft.com/office/drawing/2014/main" id="{DAB0D63D-23AB-96E8-1822-7814810E3830}"/>
              </a:ext>
            </a:extLst>
          </p:cNvPr>
          <p:cNvCxnSpPr>
            <a:cxnSpLocks/>
          </p:cNvCxnSpPr>
          <p:nvPr/>
        </p:nvCxnSpPr>
        <p:spPr>
          <a:xfrm flipV="1">
            <a:off x="2960269" y="2213501"/>
            <a:ext cx="2283247" cy="2114699"/>
          </a:xfrm>
          <a:prstGeom prst="line">
            <a:avLst/>
          </a:prstGeom>
          <a:ln>
            <a:solidFill>
              <a:srgbClr val="0070C0"/>
            </a:solidFill>
            <a:prstDash val="sysDash"/>
          </a:ln>
        </p:spPr>
        <p:style>
          <a:lnRef idx="2">
            <a:schemeClr val="accent1"/>
          </a:lnRef>
          <a:fillRef idx="0">
            <a:schemeClr val="accent1"/>
          </a:fillRef>
          <a:effectRef idx="1">
            <a:schemeClr val="accent1"/>
          </a:effectRef>
          <a:fontRef idx="minor">
            <a:schemeClr val="tx1"/>
          </a:fontRef>
        </p:style>
      </p:cxnSp>
      <p:sp>
        <p:nvSpPr>
          <p:cNvPr id="12" name="正方形/長方形 11">
            <a:extLst>
              <a:ext uri="{FF2B5EF4-FFF2-40B4-BE49-F238E27FC236}">
                <a16:creationId xmlns:a16="http://schemas.microsoft.com/office/drawing/2014/main" id="{D29B8842-195B-EB96-94D1-2A32BAF44F3F}"/>
              </a:ext>
            </a:extLst>
          </p:cNvPr>
          <p:cNvSpPr/>
          <p:nvPr/>
        </p:nvSpPr>
        <p:spPr>
          <a:xfrm>
            <a:off x="0" y="1268413"/>
            <a:ext cx="9097550" cy="927034"/>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4" name="コンテンツ プレースホルダー 13">
            <a:extLst>
              <a:ext uri="{FF2B5EF4-FFF2-40B4-BE49-F238E27FC236}">
                <a16:creationId xmlns:a16="http://schemas.microsoft.com/office/drawing/2014/main" id="{94A7347F-37CE-04EB-964C-5A0B721134CB}"/>
              </a:ext>
            </a:extLst>
          </p:cNvPr>
          <p:cNvSpPr txBox="1">
            <a:spLocks/>
          </p:cNvSpPr>
          <p:nvPr/>
        </p:nvSpPr>
        <p:spPr>
          <a:xfrm>
            <a:off x="628650" y="1412874"/>
            <a:ext cx="7886700" cy="5079999"/>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Wingdings" panose="05000000000000000000" pitchFamily="2" charset="2"/>
              <a:buChar char="n"/>
              <a:defRPr kumimoji="1" sz="2800" kern="1200">
                <a:solidFill>
                  <a:schemeClr val="tx1"/>
                </a:solidFill>
                <a:latin typeface="+mn-ea"/>
                <a:ea typeface="+mn-ea"/>
                <a:cs typeface="+mn-cs"/>
              </a:defRPr>
            </a:lvl1pPr>
            <a:lvl2pPr marL="685800" indent="-228600" algn="l" defTabSz="914400" rtl="0" eaLnBrk="1" latinLnBrk="0" hangingPunct="1">
              <a:lnSpc>
                <a:spcPct val="90000"/>
              </a:lnSpc>
              <a:spcBef>
                <a:spcPts val="500"/>
              </a:spcBef>
              <a:buFont typeface="游ゴシック Medium" panose="020B0500000000000000" pitchFamily="50" charset="-128"/>
              <a:buChar char="-"/>
              <a:defRPr kumimoji="1" sz="2400" kern="1200">
                <a:solidFill>
                  <a:schemeClr val="tx1"/>
                </a:solidFill>
                <a:latin typeface="+mn-ea"/>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ea"/>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ea"/>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ea"/>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indent="0">
              <a:buFont typeface="Wingdings" panose="05000000000000000000" pitchFamily="2" charset="2"/>
              <a:buNone/>
            </a:pPr>
            <a:endParaRPr lang="en-US" altLang="ja-JP" dirty="0"/>
          </a:p>
          <a:p>
            <a:pPr lvl="1"/>
            <a:endParaRPr lang="ja-JP" altLang="en-US" dirty="0"/>
          </a:p>
        </p:txBody>
      </p:sp>
      <p:sp>
        <p:nvSpPr>
          <p:cNvPr id="15" name="コンテンツ プレースホルダー 13">
            <a:extLst>
              <a:ext uri="{FF2B5EF4-FFF2-40B4-BE49-F238E27FC236}">
                <a16:creationId xmlns:a16="http://schemas.microsoft.com/office/drawing/2014/main" id="{0C4022D0-10AE-6C0C-5CD3-18A84D5F3632}"/>
              </a:ext>
            </a:extLst>
          </p:cNvPr>
          <p:cNvSpPr txBox="1">
            <a:spLocks/>
          </p:cNvSpPr>
          <p:nvPr/>
        </p:nvSpPr>
        <p:spPr>
          <a:xfrm>
            <a:off x="628650" y="1592262"/>
            <a:ext cx="7886700" cy="899277"/>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Wingdings" panose="05000000000000000000" pitchFamily="2" charset="2"/>
              <a:buChar char="n"/>
              <a:defRPr kumimoji="1" sz="2800" kern="1200">
                <a:solidFill>
                  <a:schemeClr val="tx1"/>
                </a:solidFill>
                <a:latin typeface="+mn-ea"/>
                <a:ea typeface="+mn-ea"/>
                <a:cs typeface="+mn-cs"/>
              </a:defRPr>
            </a:lvl1pPr>
            <a:lvl2pPr marL="685800" indent="-228600" algn="l" defTabSz="914400" rtl="0" eaLnBrk="1" latinLnBrk="0" hangingPunct="1">
              <a:lnSpc>
                <a:spcPct val="90000"/>
              </a:lnSpc>
              <a:spcBef>
                <a:spcPts val="500"/>
              </a:spcBef>
              <a:buFont typeface="游ゴシック Medium" panose="020B0500000000000000" pitchFamily="50" charset="-128"/>
              <a:buChar char="-"/>
              <a:defRPr kumimoji="1" sz="2400" kern="1200">
                <a:solidFill>
                  <a:schemeClr val="tx1"/>
                </a:solidFill>
                <a:latin typeface="+mn-ea"/>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ea"/>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ea"/>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ea"/>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indent="0">
              <a:buFont typeface="Wingdings" panose="05000000000000000000" pitchFamily="2" charset="2"/>
              <a:buNone/>
            </a:pPr>
            <a:r>
              <a:rPr lang="ja-JP" altLang="en-US" b="1" dirty="0"/>
              <a:t>あるピクセルの深度を推定</a:t>
            </a:r>
            <a:endParaRPr lang="en-US" altLang="ja-JP" b="1" dirty="0"/>
          </a:p>
        </p:txBody>
      </p:sp>
      <p:sp>
        <p:nvSpPr>
          <p:cNvPr id="16" name="楕円 15">
            <a:extLst>
              <a:ext uri="{FF2B5EF4-FFF2-40B4-BE49-F238E27FC236}">
                <a16:creationId xmlns:a16="http://schemas.microsoft.com/office/drawing/2014/main" id="{886BE8ED-328F-6B4C-7CBD-8FF18E6B4896}"/>
              </a:ext>
            </a:extLst>
          </p:cNvPr>
          <p:cNvSpPr/>
          <p:nvPr/>
        </p:nvSpPr>
        <p:spPr>
          <a:xfrm>
            <a:off x="4283243" y="2956346"/>
            <a:ext cx="155400" cy="154699"/>
          </a:xfrm>
          <a:prstGeom prst="ellipse">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350" dirty="0"/>
          </a:p>
        </p:txBody>
      </p:sp>
    </p:spTree>
    <p:extLst>
      <p:ext uri="{BB962C8B-B14F-4D97-AF65-F5344CB8AC3E}">
        <p14:creationId xmlns:p14="http://schemas.microsoft.com/office/powerpoint/2010/main" val="401617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3"/>
                                        </p:tgtEl>
                                        <p:attrNameLst>
                                          <p:attrName>style.visibility</p:attrName>
                                        </p:attrNameLst>
                                      </p:cBhvr>
                                      <p:to>
                                        <p:strVal val="visible"/>
                                      </p:to>
                                    </p:set>
                                  </p:childTnLst>
                                </p:cTn>
                              </p:par>
                            </p:childTnLst>
                          </p:cTn>
                        </p:par>
                        <p:par>
                          <p:cTn id="7" fill="hold">
                            <p:stCondLst>
                              <p:cond delay="0"/>
                            </p:stCondLst>
                            <p:childTnLst>
                              <p:par>
                                <p:cTn id="8" presetID="10" presetClass="entr" presetSubtype="0" fill="hold" nodeType="afterEffect">
                                  <p:stCondLst>
                                    <p:cond delay="0"/>
                                  </p:stCondLst>
                                  <p:childTnLst>
                                    <p:set>
                                      <p:cBhvr>
                                        <p:cTn id="9" dur="1" fill="hold">
                                          <p:stCondLst>
                                            <p:cond delay="0"/>
                                          </p:stCondLst>
                                        </p:cTn>
                                        <p:tgtEl>
                                          <p:spTgt spid="3"/>
                                        </p:tgtEl>
                                        <p:attrNameLst>
                                          <p:attrName>style.visibility</p:attrName>
                                        </p:attrNameLst>
                                      </p:cBhvr>
                                      <p:to>
                                        <p:strVal val="visible"/>
                                      </p:to>
                                    </p:set>
                                    <p:animEffect transition="in" filter="fade">
                                      <p:cBhvr>
                                        <p:cTn id="10" dur="500"/>
                                        <p:tgtEl>
                                          <p:spTgt spid="3"/>
                                        </p:tgtEl>
                                      </p:cBhvr>
                                    </p:animEffect>
                                  </p:childTnLst>
                                </p:cTn>
                              </p:par>
                            </p:childTnLst>
                          </p:cTn>
                        </p:par>
                      </p:childTnLst>
                    </p:cTn>
                  </p:par>
                  <p:par>
                    <p:cTn id="11" fill="hold">
                      <p:stCondLst>
                        <p:cond delay="indefinite"/>
                      </p:stCondLst>
                      <p:childTnLst>
                        <p:par>
                          <p:cTn id="12" fill="hold">
                            <p:stCondLst>
                              <p:cond delay="0"/>
                            </p:stCondLst>
                            <p:childTnLst>
                              <p:par>
                                <p:cTn id="13" presetID="56" presetClass="path" presetSubtype="0" accel="50000" decel="50000" fill="hold" grpId="0" nodeType="clickEffect">
                                  <p:stCondLst>
                                    <p:cond delay="0"/>
                                  </p:stCondLst>
                                  <p:childTnLst>
                                    <p:animMotion origin="layout" path="M -1.94444E-6 3.33333E-6 L 0.11979 -0.14723 " pathEditMode="relative" rAng="0" ptsTypes="AA">
                                      <p:cBhvr>
                                        <p:cTn id="14" dur="2000" fill="hold"/>
                                        <p:tgtEl>
                                          <p:spTgt spid="16"/>
                                        </p:tgtEl>
                                        <p:attrNameLst>
                                          <p:attrName>ppt_x</p:attrName>
                                          <p:attrName>ppt_y</p:attrName>
                                        </p:attrNameLst>
                                      </p:cBhvr>
                                      <p:rCtr x="5990" y="-7361"/>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E40850-27E5-64C6-80D3-B15302C00FFE}"/>
            </a:ext>
          </a:extLst>
        </p:cNvPr>
        <p:cNvGrpSpPr/>
        <p:nvPr/>
      </p:nvGrpSpPr>
      <p:grpSpPr>
        <a:xfrm>
          <a:off x="0" y="0"/>
          <a:ext cx="0" cy="0"/>
          <a:chOff x="0" y="0"/>
          <a:chExt cx="0" cy="0"/>
        </a:xfrm>
      </p:grpSpPr>
      <p:sp>
        <p:nvSpPr>
          <p:cNvPr id="46" name="部分円 45">
            <a:extLst>
              <a:ext uri="{FF2B5EF4-FFF2-40B4-BE49-F238E27FC236}">
                <a16:creationId xmlns:a16="http://schemas.microsoft.com/office/drawing/2014/main" id="{16B93146-9B2C-8411-1D5A-601F4D5F32C9}"/>
              </a:ext>
            </a:extLst>
          </p:cNvPr>
          <p:cNvSpPr/>
          <p:nvPr/>
        </p:nvSpPr>
        <p:spPr>
          <a:xfrm>
            <a:off x="162299" y="2580433"/>
            <a:ext cx="942932" cy="905063"/>
          </a:xfrm>
          <a:prstGeom prst="pie">
            <a:avLst>
              <a:gd name="adj1" fmla="val 0"/>
              <a:gd name="adj2" fmla="val 5433055"/>
            </a:avLst>
          </a:prstGeom>
          <a:solidFill>
            <a:schemeClr val="bg1">
              <a:lumMod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350">
              <a:solidFill>
                <a:schemeClr val="tx1"/>
              </a:solidFill>
            </a:endParaRPr>
          </a:p>
        </p:txBody>
      </p:sp>
      <p:sp>
        <p:nvSpPr>
          <p:cNvPr id="44" name="正方形/長方形 43">
            <a:extLst>
              <a:ext uri="{FF2B5EF4-FFF2-40B4-BE49-F238E27FC236}">
                <a16:creationId xmlns:a16="http://schemas.microsoft.com/office/drawing/2014/main" id="{1484FF2B-D289-ADA9-DBE5-721D585B23A6}"/>
              </a:ext>
            </a:extLst>
          </p:cNvPr>
          <p:cNvSpPr/>
          <p:nvPr/>
        </p:nvSpPr>
        <p:spPr>
          <a:xfrm>
            <a:off x="1086813" y="4857825"/>
            <a:ext cx="486652" cy="827798"/>
          </a:xfrm>
          <a:prstGeom prst="rect">
            <a:avLst/>
          </a:prstGeom>
          <a:solidFill>
            <a:schemeClr val="bg1">
              <a:lumMod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350"/>
          </a:p>
        </p:txBody>
      </p:sp>
      <p:sp>
        <p:nvSpPr>
          <p:cNvPr id="2" name="タイトル 1">
            <a:extLst>
              <a:ext uri="{FF2B5EF4-FFF2-40B4-BE49-F238E27FC236}">
                <a16:creationId xmlns:a16="http://schemas.microsoft.com/office/drawing/2014/main" id="{B1E7E653-B0C5-C582-2BF1-2DF0C0D6EF37}"/>
              </a:ext>
            </a:extLst>
          </p:cNvPr>
          <p:cNvSpPr>
            <a:spLocks noGrp="1"/>
          </p:cNvSpPr>
          <p:nvPr>
            <p:ph type="title"/>
          </p:nvPr>
        </p:nvSpPr>
        <p:spPr/>
        <p:txBody>
          <a:bodyPr>
            <a:normAutofit/>
          </a:bodyPr>
          <a:lstStyle/>
          <a:p>
            <a:r>
              <a:rPr lang="ja-JP" altLang="en-US" dirty="0"/>
              <a:t>深度を取得する原理３</a:t>
            </a:r>
            <a:endParaRPr kumimoji="1" lang="ja-JP" altLang="en-US" dirty="0"/>
          </a:p>
        </p:txBody>
      </p:sp>
      <p:sp>
        <p:nvSpPr>
          <p:cNvPr id="4" name="スライド番号プレースホルダー 3">
            <a:extLst>
              <a:ext uri="{FF2B5EF4-FFF2-40B4-BE49-F238E27FC236}">
                <a16:creationId xmlns:a16="http://schemas.microsoft.com/office/drawing/2014/main" id="{40453349-DEBC-4942-3795-4A0E813F075F}"/>
              </a:ext>
            </a:extLst>
          </p:cNvPr>
          <p:cNvSpPr>
            <a:spLocks noGrp="1"/>
          </p:cNvSpPr>
          <p:nvPr>
            <p:ph type="sldNum" sz="quarter" idx="12"/>
          </p:nvPr>
        </p:nvSpPr>
        <p:spPr>
          <a:xfrm>
            <a:off x="7029450" y="361948"/>
            <a:ext cx="2057400" cy="365125"/>
          </a:xfrm>
        </p:spPr>
        <p:txBody>
          <a:bodyPr/>
          <a:lstStyle/>
          <a:p>
            <a:fld id="{36CC8B87-28FD-40C1-8BEA-A488324BDA2F}" type="slidenum">
              <a:rPr kumimoji="1" lang="ja-JP" altLang="en-US" smtClean="0"/>
              <a:t>8</a:t>
            </a:fld>
            <a:endParaRPr kumimoji="1" lang="ja-JP" altLang="en-US" dirty="0"/>
          </a:p>
        </p:txBody>
      </p:sp>
      <p:grpSp>
        <p:nvGrpSpPr>
          <p:cNvPr id="10" name="グループ化 9">
            <a:extLst>
              <a:ext uri="{FF2B5EF4-FFF2-40B4-BE49-F238E27FC236}">
                <a16:creationId xmlns:a16="http://schemas.microsoft.com/office/drawing/2014/main" id="{8FADC041-149E-0061-ADD3-45B13DAA7553}"/>
              </a:ext>
            </a:extLst>
          </p:cNvPr>
          <p:cNvGrpSpPr/>
          <p:nvPr/>
        </p:nvGrpSpPr>
        <p:grpSpPr>
          <a:xfrm>
            <a:off x="2383568" y="4077323"/>
            <a:ext cx="1137062" cy="1163209"/>
            <a:chOff x="5664122" y="3576219"/>
            <a:chExt cx="1586716" cy="1585381"/>
          </a:xfrm>
        </p:grpSpPr>
        <p:sp>
          <p:nvSpPr>
            <p:cNvPr id="5" name="部分円 4">
              <a:extLst>
                <a:ext uri="{FF2B5EF4-FFF2-40B4-BE49-F238E27FC236}">
                  <a16:creationId xmlns:a16="http://schemas.microsoft.com/office/drawing/2014/main" id="{9887A08A-D002-975A-7501-2FBF50BF726D}"/>
                </a:ext>
              </a:extLst>
            </p:cNvPr>
            <p:cNvSpPr/>
            <p:nvPr/>
          </p:nvSpPr>
          <p:spPr>
            <a:xfrm rot="21447112">
              <a:off x="6135858" y="3576219"/>
              <a:ext cx="650069" cy="651843"/>
            </a:xfrm>
            <a:prstGeom prst="pie">
              <a:avLst>
                <a:gd name="adj1" fmla="val 8998221"/>
                <a:gd name="adj2" fmla="val 1857598"/>
              </a:avLst>
            </a:prstGeom>
            <a:noFill/>
            <a:ln>
              <a:solidFill>
                <a:srgbClr val="0070C0"/>
              </a:solidFill>
            </a:ln>
            <a:effectLst>
              <a:outerShdw blurRad="63500" sx="102000" sy="102000" algn="c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kumimoji="1" lang="ja-JP" altLang="en-US" sz="1350" dirty="0">
                <a:solidFill>
                  <a:srgbClr val="0070C0"/>
                </a:solidFill>
              </a:endParaRPr>
            </a:p>
          </p:txBody>
        </p:sp>
        <p:sp>
          <p:nvSpPr>
            <p:cNvPr id="6" name="部分円 5">
              <a:extLst>
                <a:ext uri="{FF2B5EF4-FFF2-40B4-BE49-F238E27FC236}">
                  <a16:creationId xmlns:a16="http://schemas.microsoft.com/office/drawing/2014/main" id="{47172F57-0960-D8B9-C381-96C3D76BEF19}"/>
                </a:ext>
              </a:extLst>
            </p:cNvPr>
            <p:cNvSpPr/>
            <p:nvPr/>
          </p:nvSpPr>
          <p:spPr>
            <a:xfrm rot="5400000">
              <a:off x="6599882" y="4048432"/>
              <a:ext cx="650069" cy="651843"/>
            </a:xfrm>
            <a:prstGeom prst="pie">
              <a:avLst>
                <a:gd name="adj1" fmla="val 8998221"/>
                <a:gd name="adj2" fmla="val 1857598"/>
              </a:avLst>
            </a:prstGeom>
            <a:noFill/>
            <a:ln>
              <a:solidFill>
                <a:schemeClr val="tx1"/>
              </a:solidFill>
            </a:ln>
            <a:effectLst>
              <a:outerShdw blurRad="63500" sx="102000" sy="102000" algn="c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kumimoji="1" lang="ja-JP" altLang="en-US" sz="1350" dirty="0">
                <a:solidFill>
                  <a:srgbClr val="0070C0"/>
                </a:solidFill>
              </a:endParaRPr>
            </a:p>
          </p:txBody>
        </p:sp>
        <p:sp>
          <p:nvSpPr>
            <p:cNvPr id="7" name="部分円 6">
              <a:extLst>
                <a:ext uri="{FF2B5EF4-FFF2-40B4-BE49-F238E27FC236}">
                  <a16:creationId xmlns:a16="http://schemas.microsoft.com/office/drawing/2014/main" id="{E39B28D2-95FA-820B-545C-99BC242816EF}"/>
                </a:ext>
              </a:extLst>
            </p:cNvPr>
            <p:cNvSpPr/>
            <p:nvPr/>
          </p:nvSpPr>
          <p:spPr>
            <a:xfrm rot="16200000">
              <a:off x="5665009" y="4048432"/>
              <a:ext cx="650069" cy="651843"/>
            </a:xfrm>
            <a:prstGeom prst="pie">
              <a:avLst>
                <a:gd name="adj1" fmla="val 8998221"/>
                <a:gd name="adj2" fmla="val 1857598"/>
              </a:avLst>
            </a:prstGeom>
            <a:noFill/>
            <a:ln>
              <a:solidFill>
                <a:schemeClr val="bg1">
                  <a:lumMod val="10000"/>
                </a:schemeClr>
              </a:solidFill>
            </a:ln>
            <a:effectLst>
              <a:outerShdw blurRad="63500" sx="102000" sy="102000" algn="c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kumimoji="1" lang="ja-JP" altLang="en-US" sz="1350" dirty="0">
                <a:solidFill>
                  <a:srgbClr val="0070C0"/>
                </a:solidFill>
              </a:endParaRPr>
            </a:p>
          </p:txBody>
        </p:sp>
        <p:sp>
          <p:nvSpPr>
            <p:cNvPr id="8" name="ひし形 7">
              <a:extLst>
                <a:ext uri="{FF2B5EF4-FFF2-40B4-BE49-F238E27FC236}">
                  <a16:creationId xmlns:a16="http://schemas.microsoft.com/office/drawing/2014/main" id="{D306BAF8-5823-3AB4-5A4C-06F3CE4466ED}"/>
                </a:ext>
              </a:extLst>
            </p:cNvPr>
            <p:cNvSpPr/>
            <p:nvPr/>
          </p:nvSpPr>
          <p:spPr>
            <a:xfrm>
              <a:off x="6003693" y="3917154"/>
              <a:ext cx="914400" cy="914400"/>
            </a:xfrm>
            <a:prstGeom prst="diamond">
              <a:avLst/>
            </a:prstGeom>
            <a:noFill/>
            <a:ln>
              <a:solidFill>
                <a:schemeClr val="tx1">
                  <a:lumMod val="50000"/>
                  <a:lumOff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350"/>
            </a:p>
          </p:txBody>
        </p:sp>
        <p:sp>
          <p:nvSpPr>
            <p:cNvPr id="9" name="部分円 8">
              <a:extLst>
                <a:ext uri="{FF2B5EF4-FFF2-40B4-BE49-F238E27FC236}">
                  <a16:creationId xmlns:a16="http://schemas.microsoft.com/office/drawing/2014/main" id="{7E6EC077-B90B-87AE-0E52-2497FE4DAF00}"/>
                </a:ext>
              </a:extLst>
            </p:cNvPr>
            <p:cNvSpPr/>
            <p:nvPr/>
          </p:nvSpPr>
          <p:spPr>
            <a:xfrm rot="10800000">
              <a:off x="6137767" y="4509757"/>
              <a:ext cx="650069" cy="651843"/>
            </a:xfrm>
            <a:prstGeom prst="pie">
              <a:avLst>
                <a:gd name="adj1" fmla="val 8998221"/>
                <a:gd name="adj2" fmla="val 1857598"/>
              </a:avLst>
            </a:prstGeom>
            <a:noFill/>
            <a:ln>
              <a:solidFill>
                <a:schemeClr val="bg1">
                  <a:lumMod val="10000"/>
                </a:schemeClr>
              </a:solidFill>
            </a:ln>
            <a:effectLst>
              <a:outerShdw blurRad="63500" sx="102000" sy="102000" algn="c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kumimoji="1" lang="ja-JP" altLang="en-US" sz="1350" dirty="0">
                <a:solidFill>
                  <a:srgbClr val="0070C0"/>
                </a:solidFill>
              </a:endParaRPr>
            </a:p>
          </p:txBody>
        </p:sp>
      </p:grpSp>
      <p:sp>
        <p:nvSpPr>
          <p:cNvPr id="11" name="正方形/長方形 10">
            <a:extLst>
              <a:ext uri="{FF2B5EF4-FFF2-40B4-BE49-F238E27FC236}">
                <a16:creationId xmlns:a16="http://schemas.microsoft.com/office/drawing/2014/main" id="{94430C6E-E01E-A25A-1000-6E99744691E5}"/>
              </a:ext>
            </a:extLst>
          </p:cNvPr>
          <p:cNvSpPr/>
          <p:nvPr/>
        </p:nvSpPr>
        <p:spPr>
          <a:xfrm>
            <a:off x="628650" y="3024969"/>
            <a:ext cx="4787873" cy="2813299"/>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350"/>
          </a:p>
        </p:txBody>
      </p:sp>
      <p:sp>
        <p:nvSpPr>
          <p:cNvPr id="17" name="テキスト ボックス 16">
            <a:extLst>
              <a:ext uri="{FF2B5EF4-FFF2-40B4-BE49-F238E27FC236}">
                <a16:creationId xmlns:a16="http://schemas.microsoft.com/office/drawing/2014/main" id="{C4275B47-F3F5-DEF0-D63B-F7D4737C0DDE}"/>
              </a:ext>
            </a:extLst>
          </p:cNvPr>
          <p:cNvSpPr txBox="1"/>
          <p:nvPr/>
        </p:nvSpPr>
        <p:spPr>
          <a:xfrm>
            <a:off x="1526316" y="3922373"/>
            <a:ext cx="1753420" cy="369332"/>
          </a:xfrm>
          <a:prstGeom prst="rect">
            <a:avLst/>
          </a:prstGeom>
          <a:noFill/>
        </p:spPr>
        <p:txBody>
          <a:bodyPr wrap="square" rtlCol="0">
            <a:spAutoFit/>
          </a:bodyPr>
          <a:lstStyle/>
          <a:p>
            <a:r>
              <a:rPr kumimoji="1" lang="ja-JP" altLang="en-US" dirty="0">
                <a:solidFill>
                  <a:srgbClr val="0070C0"/>
                </a:solidFill>
              </a:rPr>
              <a:t>基準カメラ</a:t>
            </a:r>
          </a:p>
        </p:txBody>
      </p:sp>
      <p:sp>
        <p:nvSpPr>
          <p:cNvPr id="27" name="正方形/長方形 26">
            <a:extLst>
              <a:ext uri="{FF2B5EF4-FFF2-40B4-BE49-F238E27FC236}">
                <a16:creationId xmlns:a16="http://schemas.microsoft.com/office/drawing/2014/main" id="{27E81EA8-3E00-56EF-05C9-3D951BF2529A}"/>
              </a:ext>
            </a:extLst>
          </p:cNvPr>
          <p:cNvSpPr/>
          <p:nvPr/>
        </p:nvSpPr>
        <p:spPr>
          <a:xfrm>
            <a:off x="629842" y="1727600"/>
            <a:ext cx="8470616" cy="135731"/>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350"/>
          </a:p>
        </p:txBody>
      </p:sp>
      <p:sp>
        <p:nvSpPr>
          <p:cNvPr id="43" name="正方形/長方形 42">
            <a:extLst>
              <a:ext uri="{FF2B5EF4-FFF2-40B4-BE49-F238E27FC236}">
                <a16:creationId xmlns:a16="http://schemas.microsoft.com/office/drawing/2014/main" id="{FAC496FE-5E87-8F57-9958-28CE07582538}"/>
              </a:ext>
            </a:extLst>
          </p:cNvPr>
          <p:cNvSpPr/>
          <p:nvPr/>
        </p:nvSpPr>
        <p:spPr>
          <a:xfrm>
            <a:off x="3673576" y="4221292"/>
            <a:ext cx="228443" cy="203147"/>
          </a:xfrm>
          <a:prstGeom prst="rect">
            <a:avLst/>
          </a:prstGeom>
          <a:solidFill>
            <a:schemeClr val="bg1">
              <a:lumMod val="5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350"/>
          </a:p>
        </p:txBody>
      </p:sp>
      <p:cxnSp>
        <p:nvCxnSpPr>
          <p:cNvPr id="47" name="直線コネクタ 46">
            <a:extLst>
              <a:ext uri="{FF2B5EF4-FFF2-40B4-BE49-F238E27FC236}">
                <a16:creationId xmlns:a16="http://schemas.microsoft.com/office/drawing/2014/main" id="{1F6CEFEE-9515-2ED1-73B3-93AC1DD02B9D}"/>
              </a:ext>
            </a:extLst>
          </p:cNvPr>
          <p:cNvCxnSpPr>
            <a:cxnSpLocks/>
          </p:cNvCxnSpPr>
          <p:nvPr/>
        </p:nvCxnSpPr>
        <p:spPr>
          <a:xfrm flipV="1">
            <a:off x="2954549" y="2212769"/>
            <a:ext cx="2283247" cy="2114699"/>
          </a:xfrm>
          <a:prstGeom prst="line">
            <a:avLst/>
          </a:prstGeom>
          <a:ln>
            <a:solidFill>
              <a:srgbClr val="0070C0"/>
            </a:solidFill>
            <a:prstDash val="sysDash"/>
          </a:ln>
        </p:spPr>
        <p:style>
          <a:lnRef idx="2">
            <a:schemeClr val="accent1"/>
          </a:lnRef>
          <a:fillRef idx="0">
            <a:schemeClr val="accent1"/>
          </a:fillRef>
          <a:effectRef idx="1">
            <a:schemeClr val="accent1"/>
          </a:effectRef>
          <a:fontRef idx="minor">
            <a:schemeClr val="tx1"/>
          </a:fontRef>
        </p:style>
      </p:cxnSp>
      <p:sp>
        <p:nvSpPr>
          <p:cNvPr id="13" name="楕円 12">
            <a:extLst>
              <a:ext uri="{FF2B5EF4-FFF2-40B4-BE49-F238E27FC236}">
                <a16:creationId xmlns:a16="http://schemas.microsoft.com/office/drawing/2014/main" id="{51E4469A-DD46-D752-B96C-390C5206805C}"/>
              </a:ext>
            </a:extLst>
          </p:cNvPr>
          <p:cNvSpPr/>
          <p:nvPr/>
        </p:nvSpPr>
        <p:spPr>
          <a:xfrm>
            <a:off x="3587736" y="3611783"/>
            <a:ext cx="125074" cy="122377"/>
          </a:xfrm>
          <a:prstGeom prst="ellipse">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350"/>
          </a:p>
        </p:txBody>
      </p:sp>
      <p:cxnSp>
        <p:nvCxnSpPr>
          <p:cNvPr id="20" name="直線矢印コネクタ 19">
            <a:extLst>
              <a:ext uri="{FF2B5EF4-FFF2-40B4-BE49-F238E27FC236}">
                <a16:creationId xmlns:a16="http://schemas.microsoft.com/office/drawing/2014/main" id="{06BB34CD-DC96-762D-EA14-189CB13506FB}"/>
              </a:ext>
            </a:extLst>
          </p:cNvPr>
          <p:cNvCxnSpPr>
            <a:cxnSpLocks/>
            <a:stCxn id="8" idx="0"/>
          </p:cNvCxnSpPr>
          <p:nvPr/>
        </p:nvCxnSpPr>
        <p:spPr>
          <a:xfrm flipV="1">
            <a:off x="2954547" y="4164531"/>
            <a:ext cx="175841" cy="162938"/>
          </a:xfrm>
          <a:prstGeom prst="straightConnector1">
            <a:avLst/>
          </a:prstGeom>
          <a:ln w="19050">
            <a:solidFill>
              <a:srgbClr val="0070C0"/>
            </a:solidFill>
            <a:tailEnd type="triangle"/>
          </a:ln>
        </p:spPr>
        <p:style>
          <a:lnRef idx="2">
            <a:schemeClr val="accent1"/>
          </a:lnRef>
          <a:fillRef idx="0">
            <a:schemeClr val="accent1"/>
          </a:fillRef>
          <a:effectRef idx="1">
            <a:schemeClr val="accent1"/>
          </a:effectRef>
          <a:fontRef idx="minor">
            <a:schemeClr val="tx1"/>
          </a:fontRef>
        </p:style>
      </p:cxnSp>
      <p:cxnSp>
        <p:nvCxnSpPr>
          <p:cNvPr id="23" name="直線コネクタ 22">
            <a:extLst>
              <a:ext uri="{FF2B5EF4-FFF2-40B4-BE49-F238E27FC236}">
                <a16:creationId xmlns:a16="http://schemas.microsoft.com/office/drawing/2014/main" id="{67C7F44A-769F-8AF6-6D55-B10901BFAE90}"/>
              </a:ext>
            </a:extLst>
          </p:cNvPr>
          <p:cNvCxnSpPr>
            <a:cxnSpLocks/>
          </p:cNvCxnSpPr>
          <p:nvPr/>
        </p:nvCxnSpPr>
        <p:spPr>
          <a:xfrm flipH="1">
            <a:off x="3282182" y="3672972"/>
            <a:ext cx="368091" cy="989948"/>
          </a:xfrm>
          <a:prstGeom prst="line">
            <a:avLst/>
          </a:prstGeom>
          <a:ln>
            <a:solidFill>
              <a:schemeClr val="tx1"/>
            </a:solidFill>
            <a:prstDash val="sysDash"/>
          </a:ln>
        </p:spPr>
        <p:style>
          <a:lnRef idx="2">
            <a:schemeClr val="accent1"/>
          </a:lnRef>
          <a:fillRef idx="0">
            <a:schemeClr val="accent1"/>
          </a:fillRef>
          <a:effectRef idx="1">
            <a:schemeClr val="accent1"/>
          </a:effectRef>
          <a:fontRef idx="minor">
            <a:schemeClr val="tx1"/>
          </a:fontRef>
        </p:style>
      </p:cxnSp>
      <p:cxnSp>
        <p:nvCxnSpPr>
          <p:cNvPr id="24" name="直線コネクタ 23">
            <a:extLst>
              <a:ext uri="{FF2B5EF4-FFF2-40B4-BE49-F238E27FC236}">
                <a16:creationId xmlns:a16="http://schemas.microsoft.com/office/drawing/2014/main" id="{3B8F566F-1029-3E31-9AB9-C59CB5E2F467}"/>
              </a:ext>
            </a:extLst>
          </p:cNvPr>
          <p:cNvCxnSpPr>
            <a:cxnSpLocks/>
          </p:cNvCxnSpPr>
          <p:nvPr/>
        </p:nvCxnSpPr>
        <p:spPr>
          <a:xfrm flipH="1">
            <a:off x="3287072" y="2686458"/>
            <a:ext cx="1457858" cy="1989854"/>
          </a:xfrm>
          <a:prstGeom prst="line">
            <a:avLst/>
          </a:prstGeom>
          <a:ln>
            <a:solidFill>
              <a:schemeClr val="tx1"/>
            </a:solidFill>
            <a:prstDash val="sysDash"/>
          </a:ln>
        </p:spPr>
        <p:style>
          <a:lnRef idx="2">
            <a:schemeClr val="accent1"/>
          </a:lnRef>
          <a:fillRef idx="0">
            <a:schemeClr val="accent1"/>
          </a:fillRef>
          <a:effectRef idx="1">
            <a:schemeClr val="accent1"/>
          </a:effectRef>
          <a:fontRef idx="minor">
            <a:schemeClr val="tx1"/>
          </a:fontRef>
        </p:style>
      </p:cxnSp>
      <p:cxnSp>
        <p:nvCxnSpPr>
          <p:cNvPr id="25" name="直線矢印コネクタ 24">
            <a:extLst>
              <a:ext uri="{FF2B5EF4-FFF2-40B4-BE49-F238E27FC236}">
                <a16:creationId xmlns:a16="http://schemas.microsoft.com/office/drawing/2014/main" id="{0B45463B-2D2D-E588-4B89-026419E82484}"/>
              </a:ext>
            </a:extLst>
          </p:cNvPr>
          <p:cNvCxnSpPr>
            <a:cxnSpLocks/>
            <a:stCxn id="8" idx="3"/>
          </p:cNvCxnSpPr>
          <p:nvPr/>
        </p:nvCxnSpPr>
        <p:spPr>
          <a:xfrm flipV="1">
            <a:off x="3282184" y="4424437"/>
            <a:ext cx="91093" cy="238482"/>
          </a:xfrm>
          <a:prstGeom prst="straightConnector1">
            <a:avLst/>
          </a:prstGeom>
          <a:ln w="38100">
            <a:solidFill>
              <a:srgbClr val="FF0000"/>
            </a:solidFill>
            <a:tailEnd type="triangle"/>
          </a:ln>
        </p:spPr>
        <p:style>
          <a:lnRef idx="2">
            <a:schemeClr val="accent1"/>
          </a:lnRef>
          <a:fillRef idx="0">
            <a:schemeClr val="accent1"/>
          </a:fillRef>
          <a:effectRef idx="1">
            <a:schemeClr val="accent1"/>
          </a:effectRef>
          <a:fontRef idx="minor">
            <a:schemeClr val="tx1"/>
          </a:fontRef>
        </p:style>
      </p:cxnSp>
      <p:sp>
        <p:nvSpPr>
          <p:cNvPr id="3" name="正方形/長方形 2">
            <a:extLst>
              <a:ext uri="{FF2B5EF4-FFF2-40B4-BE49-F238E27FC236}">
                <a16:creationId xmlns:a16="http://schemas.microsoft.com/office/drawing/2014/main" id="{CD581D20-4ED1-1A5F-577D-5FE5CD6D6FF4}"/>
              </a:ext>
            </a:extLst>
          </p:cNvPr>
          <p:cNvSpPr/>
          <p:nvPr/>
        </p:nvSpPr>
        <p:spPr>
          <a:xfrm>
            <a:off x="0" y="1268413"/>
            <a:ext cx="9097550" cy="927034"/>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2" name="コンテンツ プレースホルダー 13">
            <a:extLst>
              <a:ext uri="{FF2B5EF4-FFF2-40B4-BE49-F238E27FC236}">
                <a16:creationId xmlns:a16="http://schemas.microsoft.com/office/drawing/2014/main" id="{E4996D8D-7198-64EE-C9B5-7B11797208D7}"/>
              </a:ext>
            </a:extLst>
          </p:cNvPr>
          <p:cNvSpPr txBox="1">
            <a:spLocks/>
          </p:cNvSpPr>
          <p:nvPr/>
        </p:nvSpPr>
        <p:spPr>
          <a:xfrm>
            <a:off x="628650" y="1603946"/>
            <a:ext cx="7886700" cy="1078666"/>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Wingdings" panose="05000000000000000000" pitchFamily="2" charset="2"/>
              <a:buChar char="n"/>
              <a:defRPr kumimoji="1" sz="2800" kern="1200">
                <a:solidFill>
                  <a:schemeClr val="tx1"/>
                </a:solidFill>
                <a:latin typeface="+mn-ea"/>
                <a:ea typeface="+mn-ea"/>
                <a:cs typeface="+mn-cs"/>
              </a:defRPr>
            </a:lvl1pPr>
            <a:lvl2pPr marL="685800" indent="-228600" algn="l" defTabSz="914400" rtl="0" eaLnBrk="1" latinLnBrk="0" hangingPunct="1">
              <a:lnSpc>
                <a:spcPct val="90000"/>
              </a:lnSpc>
              <a:spcBef>
                <a:spcPts val="500"/>
              </a:spcBef>
              <a:buFont typeface="游ゴシック Medium" panose="020B0500000000000000" pitchFamily="50" charset="-128"/>
              <a:buChar char="-"/>
              <a:defRPr kumimoji="1" sz="2400" kern="1200">
                <a:solidFill>
                  <a:schemeClr val="tx1"/>
                </a:solidFill>
                <a:latin typeface="+mn-ea"/>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ea"/>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ea"/>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ea"/>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indent="0">
              <a:buFont typeface="Wingdings" panose="05000000000000000000" pitchFamily="2" charset="2"/>
              <a:buNone/>
            </a:pPr>
            <a:r>
              <a:rPr lang="ja-JP" altLang="en-US" b="1" dirty="0"/>
              <a:t>深度によって別のカメラから見た位置が変わる</a:t>
            </a:r>
            <a:endParaRPr lang="en-US" altLang="ja-JP" b="1" dirty="0"/>
          </a:p>
        </p:txBody>
      </p:sp>
      <p:sp>
        <p:nvSpPr>
          <p:cNvPr id="14" name="テキスト ボックス 13">
            <a:extLst>
              <a:ext uri="{FF2B5EF4-FFF2-40B4-BE49-F238E27FC236}">
                <a16:creationId xmlns:a16="http://schemas.microsoft.com/office/drawing/2014/main" id="{B3DBFE63-2EAA-97A3-14C3-33A1C22EC9CD}"/>
              </a:ext>
            </a:extLst>
          </p:cNvPr>
          <p:cNvSpPr txBox="1"/>
          <p:nvPr/>
        </p:nvSpPr>
        <p:spPr>
          <a:xfrm>
            <a:off x="3393865" y="4900891"/>
            <a:ext cx="1338828" cy="369332"/>
          </a:xfrm>
          <a:prstGeom prst="rect">
            <a:avLst/>
          </a:prstGeom>
          <a:noFill/>
        </p:spPr>
        <p:txBody>
          <a:bodyPr wrap="none" rtlCol="0">
            <a:spAutoFit/>
          </a:bodyPr>
          <a:lstStyle/>
          <a:p>
            <a:r>
              <a:rPr kumimoji="1" lang="ja-JP" altLang="en-US" dirty="0">
                <a:solidFill>
                  <a:srgbClr val="FF0000"/>
                </a:solidFill>
              </a:rPr>
              <a:t>補助カメラ</a:t>
            </a:r>
          </a:p>
        </p:txBody>
      </p:sp>
    </p:spTree>
    <p:extLst>
      <p:ext uri="{BB962C8B-B14F-4D97-AF65-F5344CB8AC3E}">
        <p14:creationId xmlns:p14="http://schemas.microsoft.com/office/powerpoint/2010/main" val="126910239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6" presetClass="path" presetSubtype="0" accel="50000" decel="50000" fill="hold" grpId="0" nodeType="clickEffect">
                                  <p:stCondLst>
                                    <p:cond delay="0"/>
                                  </p:stCondLst>
                                  <p:childTnLst>
                                    <p:animMotion origin="layout" path="M -1.94444E-6 3.33333E-6 L 0.11979 -0.14723 " pathEditMode="relative" rAng="0" ptsTypes="AA">
                                      <p:cBhvr>
                                        <p:cTn id="6" dur="2000" fill="hold"/>
                                        <p:tgtEl>
                                          <p:spTgt spid="13"/>
                                        </p:tgtEl>
                                        <p:attrNameLst>
                                          <p:attrName>ppt_x</p:attrName>
                                          <p:attrName>ppt_y</p:attrName>
                                        </p:attrNameLst>
                                      </p:cBhvr>
                                      <p:rCtr x="5990" y="-7361"/>
                                    </p:animMotion>
                                  </p:childTnLst>
                                </p:cTn>
                              </p:par>
                              <p:par>
                                <p:cTn id="7" presetID="42" presetClass="path" presetSubtype="0" accel="50000" decel="50000" fill="hold" nodeType="withEffect">
                                  <p:stCondLst>
                                    <p:cond delay="0"/>
                                  </p:stCondLst>
                                  <p:childTnLst>
                                    <p:animMotion origin="layout" path="M 1.11111E-6 -0.00023 L 0.00555 0.00417 " pathEditMode="relative" rAng="0" ptsTypes="AA">
                                      <p:cBhvr>
                                        <p:cTn id="8" dur="2000" fill="hold"/>
                                        <p:tgtEl>
                                          <p:spTgt spid="25"/>
                                        </p:tgtEl>
                                        <p:attrNameLst>
                                          <p:attrName>ppt_x</p:attrName>
                                          <p:attrName>ppt_y</p:attrName>
                                        </p:attrNameLst>
                                      </p:cBhvr>
                                      <p:rCtr x="278" y="208"/>
                                    </p:animMotion>
                                  </p:childTnLst>
                                </p:cTn>
                              </p:par>
                              <p:par>
                                <p:cTn id="9" presetID="8" presetClass="emph" presetSubtype="0" fill="hold" nodeType="withEffect">
                                  <p:stCondLst>
                                    <p:cond delay="0"/>
                                  </p:stCondLst>
                                  <p:childTnLst>
                                    <p:animRot by="900000">
                                      <p:cBhvr>
                                        <p:cTn id="10" dur="2000" fill="hold"/>
                                        <p:tgtEl>
                                          <p:spTgt spid="25"/>
                                        </p:tgtEl>
                                        <p:attrNameLst>
                                          <p:attrName>r</p:attrName>
                                        </p:attrNameLst>
                                      </p:cBhvr>
                                    </p:animRot>
                                  </p:childTnLst>
                                </p:cTn>
                              </p:par>
                              <p:par>
                                <p:cTn id="11" presetID="10" presetClass="entr" presetSubtype="0" fill="hold" nodeType="withEffect">
                                  <p:stCondLst>
                                    <p:cond delay="0"/>
                                  </p:stCondLst>
                                  <p:childTnLst>
                                    <p:set>
                                      <p:cBhvr>
                                        <p:cTn id="12" dur="1" fill="hold">
                                          <p:stCondLst>
                                            <p:cond delay="0"/>
                                          </p:stCondLst>
                                        </p:cTn>
                                        <p:tgtEl>
                                          <p:spTgt spid="24"/>
                                        </p:tgtEl>
                                        <p:attrNameLst>
                                          <p:attrName>style.visibility</p:attrName>
                                        </p:attrNameLst>
                                      </p:cBhvr>
                                      <p:to>
                                        <p:strVal val="visible"/>
                                      </p:to>
                                    </p:set>
                                    <p:animEffect transition="in" filter="fade">
                                      <p:cBhvr>
                                        <p:cTn id="13" dur="500"/>
                                        <p:tgtEl>
                                          <p:spTgt spid="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ACB2112-A114-1596-0AB3-484793EF4E37}"/>
            </a:ext>
          </a:extLst>
        </p:cNvPr>
        <p:cNvGrpSpPr/>
        <p:nvPr/>
      </p:nvGrpSpPr>
      <p:grpSpPr>
        <a:xfrm>
          <a:off x="0" y="0"/>
          <a:ext cx="0" cy="0"/>
          <a:chOff x="0" y="0"/>
          <a:chExt cx="0" cy="0"/>
        </a:xfrm>
      </p:grpSpPr>
      <p:sp>
        <p:nvSpPr>
          <p:cNvPr id="46" name="部分円 45">
            <a:extLst>
              <a:ext uri="{FF2B5EF4-FFF2-40B4-BE49-F238E27FC236}">
                <a16:creationId xmlns:a16="http://schemas.microsoft.com/office/drawing/2014/main" id="{ED28DE66-F070-4DCB-FDD2-209AB01FE3FF}"/>
              </a:ext>
            </a:extLst>
          </p:cNvPr>
          <p:cNvSpPr/>
          <p:nvPr/>
        </p:nvSpPr>
        <p:spPr>
          <a:xfrm>
            <a:off x="168019" y="2581168"/>
            <a:ext cx="942932" cy="905063"/>
          </a:xfrm>
          <a:prstGeom prst="pie">
            <a:avLst>
              <a:gd name="adj1" fmla="val 0"/>
              <a:gd name="adj2" fmla="val 5433055"/>
            </a:avLst>
          </a:prstGeom>
          <a:solidFill>
            <a:schemeClr val="bg1">
              <a:lumMod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350">
              <a:solidFill>
                <a:schemeClr val="tx1"/>
              </a:solidFill>
            </a:endParaRPr>
          </a:p>
        </p:txBody>
      </p:sp>
      <p:sp>
        <p:nvSpPr>
          <p:cNvPr id="44" name="正方形/長方形 43">
            <a:extLst>
              <a:ext uri="{FF2B5EF4-FFF2-40B4-BE49-F238E27FC236}">
                <a16:creationId xmlns:a16="http://schemas.microsoft.com/office/drawing/2014/main" id="{81268097-ADF8-C898-2760-C70CF0B08D39}"/>
              </a:ext>
            </a:extLst>
          </p:cNvPr>
          <p:cNvSpPr/>
          <p:nvPr/>
        </p:nvSpPr>
        <p:spPr>
          <a:xfrm>
            <a:off x="1092533" y="4858560"/>
            <a:ext cx="486652" cy="827798"/>
          </a:xfrm>
          <a:prstGeom prst="rect">
            <a:avLst/>
          </a:prstGeom>
          <a:solidFill>
            <a:schemeClr val="bg1">
              <a:lumMod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350"/>
          </a:p>
        </p:txBody>
      </p:sp>
      <p:sp>
        <p:nvSpPr>
          <p:cNvPr id="26" name="フローチャート: 結合子 25">
            <a:extLst>
              <a:ext uri="{FF2B5EF4-FFF2-40B4-BE49-F238E27FC236}">
                <a16:creationId xmlns:a16="http://schemas.microsoft.com/office/drawing/2014/main" id="{4360256A-2DF0-8251-68C1-B2523481968E}"/>
              </a:ext>
            </a:extLst>
          </p:cNvPr>
          <p:cNvSpPr/>
          <p:nvPr/>
        </p:nvSpPr>
        <p:spPr>
          <a:xfrm>
            <a:off x="584427" y="1978616"/>
            <a:ext cx="4875304" cy="4747020"/>
          </a:xfrm>
          <a:prstGeom prst="flowChartConnector">
            <a:avLst/>
          </a:prstGeom>
          <a:noFill/>
          <a:ln>
            <a:solidFill>
              <a:schemeClr val="accent6"/>
            </a:solidFill>
            <a:prstDash val="sysDo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350"/>
          </a:p>
        </p:txBody>
      </p:sp>
      <p:sp>
        <p:nvSpPr>
          <p:cNvPr id="2" name="タイトル 1">
            <a:extLst>
              <a:ext uri="{FF2B5EF4-FFF2-40B4-BE49-F238E27FC236}">
                <a16:creationId xmlns:a16="http://schemas.microsoft.com/office/drawing/2014/main" id="{ED82C431-AC4F-85EF-B941-CA6A9173F567}"/>
              </a:ext>
            </a:extLst>
          </p:cNvPr>
          <p:cNvSpPr>
            <a:spLocks noGrp="1"/>
          </p:cNvSpPr>
          <p:nvPr>
            <p:ph type="title"/>
          </p:nvPr>
        </p:nvSpPr>
        <p:spPr/>
        <p:txBody>
          <a:bodyPr>
            <a:normAutofit/>
          </a:bodyPr>
          <a:lstStyle/>
          <a:p>
            <a:r>
              <a:rPr lang="ja-JP" altLang="en-US" dirty="0"/>
              <a:t>カラー画像を深度画像に変換１</a:t>
            </a:r>
            <a:endParaRPr kumimoji="1" lang="ja-JP" altLang="en-US" dirty="0"/>
          </a:p>
        </p:txBody>
      </p:sp>
      <p:sp>
        <p:nvSpPr>
          <p:cNvPr id="4" name="スライド番号プレースホルダー 3">
            <a:extLst>
              <a:ext uri="{FF2B5EF4-FFF2-40B4-BE49-F238E27FC236}">
                <a16:creationId xmlns:a16="http://schemas.microsoft.com/office/drawing/2014/main" id="{7AE1C7B1-24F3-EC9D-0449-4646538B6739}"/>
              </a:ext>
            </a:extLst>
          </p:cNvPr>
          <p:cNvSpPr>
            <a:spLocks noGrp="1"/>
          </p:cNvSpPr>
          <p:nvPr>
            <p:ph type="sldNum" sz="quarter" idx="12"/>
          </p:nvPr>
        </p:nvSpPr>
        <p:spPr>
          <a:xfrm>
            <a:off x="7029450" y="361948"/>
            <a:ext cx="2057400" cy="365125"/>
          </a:xfrm>
        </p:spPr>
        <p:txBody>
          <a:bodyPr/>
          <a:lstStyle/>
          <a:p>
            <a:fld id="{36CC8B87-28FD-40C1-8BEA-A488324BDA2F}" type="slidenum">
              <a:rPr kumimoji="1" lang="ja-JP" altLang="en-US" smtClean="0"/>
              <a:t>9</a:t>
            </a:fld>
            <a:endParaRPr kumimoji="1" lang="ja-JP" altLang="en-US" dirty="0"/>
          </a:p>
        </p:txBody>
      </p:sp>
      <p:grpSp>
        <p:nvGrpSpPr>
          <p:cNvPr id="10" name="グループ化 9">
            <a:extLst>
              <a:ext uri="{FF2B5EF4-FFF2-40B4-BE49-F238E27FC236}">
                <a16:creationId xmlns:a16="http://schemas.microsoft.com/office/drawing/2014/main" id="{ABCEEB7D-1F7C-FCDB-34A3-3C7168E0A13D}"/>
              </a:ext>
            </a:extLst>
          </p:cNvPr>
          <p:cNvGrpSpPr/>
          <p:nvPr/>
        </p:nvGrpSpPr>
        <p:grpSpPr>
          <a:xfrm>
            <a:off x="2389288" y="4078058"/>
            <a:ext cx="1137062" cy="1163209"/>
            <a:chOff x="5664122" y="3576219"/>
            <a:chExt cx="1586716" cy="1585381"/>
          </a:xfrm>
        </p:grpSpPr>
        <p:sp>
          <p:nvSpPr>
            <p:cNvPr id="5" name="部分円 4">
              <a:extLst>
                <a:ext uri="{FF2B5EF4-FFF2-40B4-BE49-F238E27FC236}">
                  <a16:creationId xmlns:a16="http://schemas.microsoft.com/office/drawing/2014/main" id="{EBECDEA7-8DD1-F712-4342-AC6DC2F15B74}"/>
                </a:ext>
              </a:extLst>
            </p:cNvPr>
            <p:cNvSpPr/>
            <p:nvPr/>
          </p:nvSpPr>
          <p:spPr>
            <a:xfrm rot="21447112">
              <a:off x="6135858" y="3576219"/>
              <a:ext cx="650069" cy="651843"/>
            </a:xfrm>
            <a:prstGeom prst="pie">
              <a:avLst>
                <a:gd name="adj1" fmla="val 8998221"/>
                <a:gd name="adj2" fmla="val 1857598"/>
              </a:avLst>
            </a:prstGeom>
            <a:noFill/>
            <a:ln>
              <a:solidFill>
                <a:srgbClr val="0070C0"/>
              </a:solidFill>
            </a:ln>
            <a:effectLst>
              <a:outerShdw blurRad="63500" sx="102000" sy="102000" algn="c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kumimoji="1" lang="ja-JP" altLang="en-US" sz="1350" dirty="0">
                <a:solidFill>
                  <a:srgbClr val="0070C0"/>
                </a:solidFill>
              </a:endParaRPr>
            </a:p>
          </p:txBody>
        </p:sp>
        <p:sp>
          <p:nvSpPr>
            <p:cNvPr id="6" name="部分円 5">
              <a:extLst>
                <a:ext uri="{FF2B5EF4-FFF2-40B4-BE49-F238E27FC236}">
                  <a16:creationId xmlns:a16="http://schemas.microsoft.com/office/drawing/2014/main" id="{5B5A9B31-7A2C-0734-CC18-5CF6A80C16E5}"/>
                </a:ext>
              </a:extLst>
            </p:cNvPr>
            <p:cNvSpPr/>
            <p:nvPr/>
          </p:nvSpPr>
          <p:spPr>
            <a:xfrm rot="5400000">
              <a:off x="6599882" y="4048432"/>
              <a:ext cx="650069" cy="651843"/>
            </a:xfrm>
            <a:prstGeom prst="pie">
              <a:avLst>
                <a:gd name="adj1" fmla="val 8998221"/>
                <a:gd name="adj2" fmla="val 1857598"/>
              </a:avLst>
            </a:prstGeom>
            <a:noFill/>
            <a:ln>
              <a:solidFill>
                <a:schemeClr val="bg1">
                  <a:lumMod val="10000"/>
                </a:schemeClr>
              </a:solidFill>
            </a:ln>
            <a:effectLst>
              <a:outerShdw blurRad="63500" sx="102000" sy="102000" algn="c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kumimoji="1" lang="ja-JP" altLang="en-US" sz="1350" dirty="0">
                <a:solidFill>
                  <a:srgbClr val="0070C0"/>
                </a:solidFill>
              </a:endParaRPr>
            </a:p>
          </p:txBody>
        </p:sp>
        <p:sp>
          <p:nvSpPr>
            <p:cNvPr id="7" name="部分円 6">
              <a:extLst>
                <a:ext uri="{FF2B5EF4-FFF2-40B4-BE49-F238E27FC236}">
                  <a16:creationId xmlns:a16="http://schemas.microsoft.com/office/drawing/2014/main" id="{08769D2A-E730-1728-5C59-502E8B4CC6DF}"/>
                </a:ext>
              </a:extLst>
            </p:cNvPr>
            <p:cNvSpPr/>
            <p:nvPr/>
          </p:nvSpPr>
          <p:spPr>
            <a:xfrm rot="16200000">
              <a:off x="5665009" y="4048432"/>
              <a:ext cx="650069" cy="651843"/>
            </a:xfrm>
            <a:prstGeom prst="pie">
              <a:avLst>
                <a:gd name="adj1" fmla="val 8998221"/>
                <a:gd name="adj2" fmla="val 1857598"/>
              </a:avLst>
            </a:prstGeom>
            <a:noFill/>
            <a:ln>
              <a:solidFill>
                <a:schemeClr val="bg1">
                  <a:lumMod val="10000"/>
                </a:schemeClr>
              </a:solidFill>
            </a:ln>
            <a:effectLst>
              <a:outerShdw blurRad="63500" sx="102000" sy="102000" algn="c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kumimoji="1" lang="ja-JP" altLang="en-US" sz="1350" dirty="0">
                <a:solidFill>
                  <a:srgbClr val="0070C0"/>
                </a:solidFill>
              </a:endParaRPr>
            </a:p>
          </p:txBody>
        </p:sp>
        <p:sp>
          <p:nvSpPr>
            <p:cNvPr id="8" name="ひし形 7">
              <a:extLst>
                <a:ext uri="{FF2B5EF4-FFF2-40B4-BE49-F238E27FC236}">
                  <a16:creationId xmlns:a16="http://schemas.microsoft.com/office/drawing/2014/main" id="{E779C437-AD6E-A6C8-DBFE-B341527106D3}"/>
                </a:ext>
              </a:extLst>
            </p:cNvPr>
            <p:cNvSpPr/>
            <p:nvPr/>
          </p:nvSpPr>
          <p:spPr>
            <a:xfrm>
              <a:off x="6003693" y="3917154"/>
              <a:ext cx="914400" cy="914400"/>
            </a:xfrm>
            <a:prstGeom prst="diamond">
              <a:avLst/>
            </a:prstGeom>
            <a:noFill/>
            <a:ln>
              <a:solidFill>
                <a:schemeClr val="tx1">
                  <a:lumMod val="50000"/>
                  <a:lumOff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350"/>
            </a:p>
          </p:txBody>
        </p:sp>
        <p:sp>
          <p:nvSpPr>
            <p:cNvPr id="9" name="部分円 8">
              <a:extLst>
                <a:ext uri="{FF2B5EF4-FFF2-40B4-BE49-F238E27FC236}">
                  <a16:creationId xmlns:a16="http://schemas.microsoft.com/office/drawing/2014/main" id="{A7726DA4-68C8-B558-9578-217402596D6C}"/>
                </a:ext>
              </a:extLst>
            </p:cNvPr>
            <p:cNvSpPr/>
            <p:nvPr/>
          </p:nvSpPr>
          <p:spPr>
            <a:xfrm rot="10800000">
              <a:off x="6137767" y="4509757"/>
              <a:ext cx="650069" cy="651843"/>
            </a:xfrm>
            <a:prstGeom prst="pie">
              <a:avLst>
                <a:gd name="adj1" fmla="val 8998221"/>
                <a:gd name="adj2" fmla="val 1857598"/>
              </a:avLst>
            </a:prstGeom>
            <a:noFill/>
            <a:ln>
              <a:solidFill>
                <a:schemeClr val="bg1">
                  <a:lumMod val="10000"/>
                </a:schemeClr>
              </a:solidFill>
            </a:ln>
            <a:effectLst>
              <a:outerShdw blurRad="63500" sx="102000" sy="102000" algn="c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kumimoji="1" lang="ja-JP" altLang="en-US" sz="1350" dirty="0">
                <a:solidFill>
                  <a:srgbClr val="0070C0"/>
                </a:solidFill>
              </a:endParaRPr>
            </a:p>
          </p:txBody>
        </p:sp>
      </p:grpSp>
      <p:sp>
        <p:nvSpPr>
          <p:cNvPr id="11" name="正方形/長方形 10">
            <a:extLst>
              <a:ext uri="{FF2B5EF4-FFF2-40B4-BE49-F238E27FC236}">
                <a16:creationId xmlns:a16="http://schemas.microsoft.com/office/drawing/2014/main" id="{AFB8E925-DF0F-A7EB-98B1-76B905FDF24B}"/>
              </a:ext>
            </a:extLst>
          </p:cNvPr>
          <p:cNvSpPr/>
          <p:nvPr/>
        </p:nvSpPr>
        <p:spPr>
          <a:xfrm>
            <a:off x="634370" y="3025704"/>
            <a:ext cx="4787873" cy="2813299"/>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350"/>
          </a:p>
        </p:txBody>
      </p:sp>
      <p:sp>
        <p:nvSpPr>
          <p:cNvPr id="22" name="フローチャート: 結合子 21">
            <a:extLst>
              <a:ext uri="{FF2B5EF4-FFF2-40B4-BE49-F238E27FC236}">
                <a16:creationId xmlns:a16="http://schemas.microsoft.com/office/drawing/2014/main" id="{300DFF4F-F4DC-486C-EC00-8781812A99ED}"/>
              </a:ext>
            </a:extLst>
          </p:cNvPr>
          <p:cNvSpPr/>
          <p:nvPr/>
        </p:nvSpPr>
        <p:spPr>
          <a:xfrm>
            <a:off x="2060741" y="3395139"/>
            <a:ext cx="1868957" cy="1902176"/>
          </a:xfrm>
          <a:prstGeom prst="flowChartConnector">
            <a:avLst/>
          </a:prstGeom>
          <a:noFill/>
          <a:ln>
            <a:solidFill>
              <a:schemeClr val="accent6"/>
            </a:solidFill>
            <a:prstDash val="sysDo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350"/>
          </a:p>
        </p:txBody>
      </p:sp>
      <p:sp>
        <p:nvSpPr>
          <p:cNvPr id="23" name="フローチャート: 結合子 22">
            <a:extLst>
              <a:ext uri="{FF2B5EF4-FFF2-40B4-BE49-F238E27FC236}">
                <a16:creationId xmlns:a16="http://schemas.microsoft.com/office/drawing/2014/main" id="{CD0CB5FD-EC20-972B-3676-D8FE7AF45874}"/>
              </a:ext>
            </a:extLst>
          </p:cNvPr>
          <p:cNvSpPr/>
          <p:nvPr/>
        </p:nvSpPr>
        <p:spPr>
          <a:xfrm>
            <a:off x="1313771" y="2683379"/>
            <a:ext cx="3405690" cy="3378227"/>
          </a:xfrm>
          <a:prstGeom prst="flowChartConnector">
            <a:avLst/>
          </a:prstGeom>
          <a:noFill/>
          <a:ln>
            <a:solidFill>
              <a:schemeClr val="accent6"/>
            </a:solidFill>
            <a:prstDash val="sysDo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350"/>
          </a:p>
        </p:txBody>
      </p:sp>
      <p:sp>
        <p:nvSpPr>
          <p:cNvPr id="24" name="フローチャート: 結合子 23">
            <a:extLst>
              <a:ext uri="{FF2B5EF4-FFF2-40B4-BE49-F238E27FC236}">
                <a16:creationId xmlns:a16="http://schemas.microsoft.com/office/drawing/2014/main" id="{39B4FD13-7869-54B4-D017-D05BE6FCCEB6}"/>
              </a:ext>
            </a:extLst>
          </p:cNvPr>
          <p:cNvSpPr/>
          <p:nvPr/>
        </p:nvSpPr>
        <p:spPr>
          <a:xfrm>
            <a:off x="1683887" y="3028909"/>
            <a:ext cx="2658319" cy="2634771"/>
          </a:xfrm>
          <a:prstGeom prst="flowChartConnector">
            <a:avLst/>
          </a:prstGeom>
          <a:noFill/>
          <a:ln>
            <a:solidFill>
              <a:schemeClr val="accent6"/>
            </a:solidFill>
            <a:prstDash val="sysDo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350"/>
          </a:p>
        </p:txBody>
      </p:sp>
      <p:sp>
        <p:nvSpPr>
          <p:cNvPr id="25" name="フローチャート: 結合子 24">
            <a:extLst>
              <a:ext uri="{FF2B5EF4-FFF2-40B4-BE49-F238E27FC236}">
                <a16:creationId xmlns:a16="http://schemas.microsoft.com/office/drawing/2014/main" id="{7BB70C67-2D1E-6478-A5B7-ED2ED88FD734}"/>
              </a:ext>
            </a:extLst>
          </p:cNvPr>
          <p:cNvSpPr/>
          <p:nvPr/>
        </p:nvSpPr>
        <p:spPr>
          <a:xfrm>
            <a:off x="987199" y="2318594"/>
            <a:ext cx="4124819" cy="4078766"/>
          </a:xfrm>
          <a:prstGeom prst="flowChartConnector">
            <a:avLst/>
          </a:prstGeom>
          <a:noFill/>
          <a:ln>
            <a:solidFill>
              <a:schemeClr val="accent6"/>
            </a:solidFill>
            <a:prstDash val="sysDo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350"/>
          </a:p>
        </p:txBody>
      </p:sp>
      <p:sp>
        <p:nvSpPr>
          <p:cNvPr id="43" name="正方形/長方形 42">
            <a:extLst>
              <a:ext uri="{FF2B5EF4-FFF2-40B4-BE49-F238E27FC236}">
                <a16:creationId xmlns:a16="http://schemas.microsoft.com/office/drawing/2014/main" id="{B01DD0E8-3BDB-6030-16FE-77A8D5F6C2A3}"/>
              </a:ext>
            </a:extLst>
          </p:cNvPr>
          <p:cNvSpPr/>
          <p:nvPr/>
        </p:nvSpPr>
        <p:spPr>
          <a:xfrm>
            <a:off x="3679296" y="4222027"/>
            <a:ext cx="228443" cy="203147"/>
          </a:xfrm>
          <a:prstGeom prst="rect">
            <a:avLst/>
          </a:prstGeom>
          <a:solidFill>
            <a:schemeClr val="bg1">
              <a:lumMod val="5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350"/>
          </a:p>
        </p:txBody>
      </p:sp>
      <p:cxnSp>
        <p:nvCxnSpPr>
          <p:cNvPr id="47" name="直線コネクタ 46">
            <a:extLst>
              <a:ext uri="{FF2B5EF4-FFF2-40B4-BE49-F238E27FC236}">
                <a16:creationId xmlns:a16="http://schemas.microsoft.com/office/drawing/2014/main" id="{F3FD6CD4-069B-2C6A-73A2-CF148C706ED0}"/>
              </a:ext>
            </a:extLst>
          </p:cNvPr>
          <p:cNvCxnSpPr>
            <a:cxnSpLocks/>
          </p:cNvCxnSpPr>
          <p:nvPr/>
        </p:nvCxnSpPr>
        <p:spPr>
          <a:xfrm flipV="1">
            <a:off x="2960269" y="2213504"/>
            <a:ext cx="2283247" cy="2114699"/>
          </a:xfrm>
          <a:prstGeom prst="line">
            <a:avLst/>
          </a:prstGeom>
          <a:ln>
            <a:solidFill>
              <a:srgbClr val="0070C0"/>
            </a:solidFill>
            <a:prstDash val="sysDash"/>
          </a:ln>
        </p:spPr>
        <p:style>
          <a:lnRef idx="2">
            <a:schemeClr val="accent1"/>
          </a:lnRef>
          <a:fillRef idx="0">
            <a:schemeClr val="accent1"/>
          </a:fillRef>
          <a:effectRef idx="1">
            <a:schemeClr val="accent1"/>
          </a:effectRef>
          <a:fontRef idx="minor">
            <a:schemeClr val="tx1"/>
          </a:fontRef>
        </p:style>
      </p:cxnSp>
      <p:cxnSp>
        <p:nvCxnSpPr>
          <p:cNvPr id="12" name="直線矢印コネクタ 11">
            <a:extLst>
              <a:ext uri="{FF2B5EF4-FFF2-40B4-BE49-F238E27FC236}">
                <a16:creationId xmlns:a16="http://schemas.microsoft.com/office/drawing/2014/main" id="{6E0EB1CA-0990-8191-F025-006017F2ED99}"/>
              </a:ext>
            </a:extLst>
          </p:cNvPr>
          <p:cNvCxnSpPr>
            <a:cxnSpLocks/>
          </p:cNvCxnSpPr>
          <p:nvPr/>
        </p:nvCxnSpPr>
        <p:spPr>
          <a:xfrm flipV="1">
            <a:off x="2960267" y="4165266"/>
            <a:ext cx="175841" cy="162938"/>
          </a:xfrm>
          <a:prstGeom prst="straightConnector1">
            <a:avLst/>
          </a:prstGeom>
          <a:ln>
            <a:solidFill>
              <a:srgbClr val="0070C0"/>
            </a:solidFill>
            <a:tailEnd type="triangle"/>
          </a:ln>
        </p:spPr>
        <p:style>
          <a:lnRef idx="2">
            <a:schemeClr val="accent1"/>
          </a:lnRef>
          <a:fillRef idx="0">
            <a:schemeClr val="accent1"/>
          </a:fillRef>
          <a:effectRef idx="1">
            <a:schemeClr val="accent1"/>
          </a:effectRef>
          <a:fontRef idx="minor">
            <a:schemeClr val="tx1"/>
          </a:fontRef>
        </p:style>
      </p:cxnSp>
      <p:sp>
        <p:nvSpPr>
          <p:cNvPr id="3" name="テキスト ボックス 2">
            <a:extLst>
              <a:ext uri="{FF2B5EF4-FFF2-40B4-BE49-F238E27FC236}">
                <a16:creationId xmlns:a16="http://schemas.microsoft.com/office/drawing/2014/main" id="{C85013C2-84B2-CDE0-5F47-7B5D4B049BFB}"/>
              </a:ext>
            </a:extLst>
          </p:cNvPr>
          <p:cNvSpPr txBox="1"/>
          <p:nvPr/>
        </p:nvSpPr>
        <p:spPr>
          <a:xfrm>
            <a:off x="1532036" y="3923108"/>
            <a:ext cx="1753420" cy="369332"/>
          </a:xfrm>
          <a:prstGeom prst="rect">
            <a:avLst/>
          </a:prstGeom>
          <a:noFill/>
        </p:spPr>
        <p:txBody>
          <a:bodyPr wrap="square" rtlCol="0">
            <a:spAutoFit/>
          </a:bodyPr>
          <a:lstStyle/>
          <a:p>
            <a:r>
              <a:rPr kumimoji="1" lang="ja-JP" altLang="en-US" dirty="0">
                <a:solidFill>
                  <a:srgbClr val="0070C0"/>
                </a:solidFill>
              </a:rPr>
              <a:t>基準カメラ</a:t>
            </a:r>
          </a:p>
        </p:txBody>
      </p:sp>
      <p:sp>
        <p:nvSpPr>
          <p:cNvPr id="14" name="テキスト ボックス 13">
            <a:extLst>
              <a:ext uri="{FF2B5EF4-FFF2-40B4-BE49-F238E27FC236}">
                <a16:creationId xmlns:a16="http://schemas.microsoft.com/office/drawing/2014/main" id="{923FF5A5-6440-D451-A657-E029C8EA213F}"/>
              </a:ext>
            </a:extLst>
          </p:cNvPr>
          <p:cNvSpPr txBox="1"/>
          <p:nvPr/>
        </p:nvSpPr>
        <p:spPr>
          <a:xfrm>
            <a:off x="5422243" y="1464209"/>
            <a:ext cx="3608680" cy="625364"/>
          </a:xfrm>
          <a:prstGeom prst="rect">
            <a:avLst/>
          </a:prstGeom>
          <a:noFill/>
        </p:spPr>
        <p:txBody>
          <a:bodyPr wrap="none" rtlCol="0">
            <a:spAutoFit/>
          </a:bodyPr>
          <a:lstStyle/>
          <a:p>
            <a:pPr marL="257168" indent="-342892">
              <a:lnSpc>
                <a:spcPct val="200000"/>
              </a:lnSpc>
              <a:buFont typeface="+mj-lt"/>
              <a:buAutoNum type="arabicPeriod"/>
            </a:pPr>
            <a:r>
              <a:rPr lang="ja-JP" altLang="en-US" sz="2000" b="1" dirty="0"/>
              <a:t>深さの候補をいくつか作る</a:t>
            </a:r>
            <a:endParaRPr lang="en-US" altLang="ja-JP" sz="2000" b="1" dirty="0"/>
          </a:p>
        </p:txBody>
      </p:sp>
    </p:spTree>
    <p:extLst>
      <p:ext uri="{BB962C8B-B14F-4D97-AF65-F5344CB8AC3E}">
        <p14:creationId xmlns:p14="http://schemas.microsoft.com/office/powerpoint/2010/main" val="190668189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2"/>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4"/>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23"/>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25"/>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2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 grpId="0" animBg="1"/>
      <p:bldP spid="22" grpId="0" animBg="1"/>
      <p:bldP spid="23" grpId="0" animBg="1"/>
      <p:bldP spid="24" grpId="0" animBg="1"/>
      <p:bldP spid="25"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57582F-F9B8-8478-4752-6EE2001454A4}"/>
            </a:ext>
          </a:extLst>
        </p:cNvPr>
        <p:cNvGrpSpPr/>
        <p:nvPr/>
      </p:nvGrpSpPr>
      <p:grpSpPr>
        <a:xfrm>
          <a:off x="0" y="0"/>
          <a:ext cx="0" cy="0"/>
          <a:chOff x="0" y="0"/>
          <a:chExt cx="0" cy="0"/>
        </a:xfrm>
      </p:grpSpPr>
      <p:sp>
        <p:nvSpPr>
          <p:cNvPr id="47" name="部分円 46">
            <a:extLst>
              <a:ext uri="{FF2B5EF4-FFF2-40B4-BE49-F238E27FC236}">
                <a16:creationId xmlns:a16="http://schemas.microsoft.com/office/drawing/2014/main" id="{04AA6D3D-D789-D40B-019B-0744CF363F2F}"/>
              </a:ext>
            </a:extLst>
          </p:cNvPr>
          <p:cNvSpPr/>
          <p:nvPr/>
        </p:nvSpPr>
        <p:spPr>
          <a:xfrm>
            <a:off x="168019" y="2581161"/>
            <a:ext cx="942932" cy="905063"/>
          </a:xfrm>
          <a:prstGeom prst="pie">
            <a:avLst>
              <a:gd name="adj1" fmla="val 0"/>
              <a:gd name="adj2" fmla="val 5433055"/>
            </a:avLst>
          </a:prstGeom>
          <a:solidFill>
            <a:schemeClr val="bg1">
              <a:lumMod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350">
              <a:solidFill>
                <a:schemeClr val="tx1"/>
              </a:solidFill>
            </a:endParaRPr>
          </a:p>
        </p:txBody>
      </p:sp>
      <p:sp>
        <p:nvSpPr>
          <p:cNvPr id="46" name="正方形/長方形 45">
            <a:extLst>
              <a:ext uri="{FF2B5EF4-FFF2-40B4-BE49-F238E27FC236}">
                <a16:creationId xmlns:a16="http://schemas.microsoft.com/office/drawing/2014/main" id="{62D83763-68DE-6BF5-C3DD-2015254DA167}"/>
              </a:ext>
            </a:extLst>
          </p:cNvPr>
          <p:cNvSpPr/>
          <p:nvPr/>
        </p:nvSpPr>
        <p:spPr>
          <a:xfrm>
            <a:off x="1092533" y="4858552"/>
            <a:ext cx="486652" cy="827798"/>
          </a:xfrm>
          <a:prstGeom prst="rect">
            <a:avLst/>
          </a:prstGeom>
          <a:solidFill>
            <a:schemeClr val="bg1">
              <a:lumMod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350"/>
          </a:p>
        </p:txBody>
      </p:sp>
      <p:sp>
        <p:nvSpPr>
          <p:cNvPr id="26" name="フローチャート: 結合子 25">
            <a:extLst>
              <a:ext uri="{FF2B5EF4-FFF2-40B4-BE49-F238E27FC236}">
                <a16:creationId xmlns:a16="http://schemas.microsoft.com/office/drawing/2014/main" id="{BB9EB5F7-708C-5AEC-5730-258E345DAE59}"/>
              </a:ext>
            </a:extLst>
          </p:cNvPr>
          <p:cNvSpPr/>
          <p:nvPr/>
        </p:nvSpPr>
        <p:spPr>
          <a:xfrm>
            <a:off x="591572" y="1978609"/>
            <a:ext cx="4875304" cy="4747020"/>
          </a:xfrm>
          <a:prstGeom prst="flowChartConnector">
            <a:avLst/>
          </a:prstGeom>
          <a:noFill/>
          <a:ln>
            <a:solidFill>
              <a:schemeClr val="accent6"/>
            </a:solidFill>
            <a:prstDash val="sysDo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350"/>
          </a:p>
        </p:txBody>
      </p:sp>
      <p:sp>
        <p:nvSpPr>
          <p:cNvPr id="2" name="タイトル 1">
            <a:extLst>
              <a:ext uri="{FF2B5EF4-FFF2-40B4-BE49-F238E27FC236}">
                <a16:creationId xmlns:a16="http://schemas.microsoft.com/office/drawing/2014/main" id="{54BB2A37-629B-10A9-332C-6C284A72C867}"/>
              </a:ext>
            </a:extLst>
          </p:cNvPr>
          <p:cNvSpPr>
            <a:spLocks noGrp="1"/>
          </p:cNvSpPr>
          <p:nvPr>
            <p:ph type="title"/>
          </p:nvPr>
        </p:nvSpPr>
        <p:spPr/>
        <p:txBody>
          <a:bodyPr>
            <a:normAutofit/>
          </a:bodyPr>
          <a:lstStyle/>
          <a:p>
            <a:r>
              <a:rPr lang="ja-JP" altLang="en-US" dirty="0"/>
              <a:t>カラー画像を深度画像に変換２</a:t>
            </a:r>
            <a:endParaRPr kumimoji="1" lang="ja-JP" altLang="en-US" dirty="0"/>
          </a:p>
        </p:txBody>
      </p:sp>
      <p:sp>
        <p:nvSpPr>
          <p:cNvPr id="4" name="スライド番号プレースホルダー 3">
            <a:extLst>
              <a:ext uri="{FF2B5EF4-FFF2-40B4-BE49-F238E27FC236}">
                <a16:creationId xmlns:a16="http://schemas.microsoft.com/office/drawing/2014/main" id="{D7D1F5A5-C539-FAD4-7470-EBFAA4637C79}"/>
              </a:ext>
            </a:extLst>
          </p:cNvPr>
          <p:cNvSpPr>
            <a:spLocks noGrp="1"/>
          </p:cNvSpPr>
          <p:nvPr>
            <p:ph type="sldNum" sz="quarter" idx="12"/>
          </p:nvPr>
        </p:nvSpPr>
        <p:spPr>
          <a:xfrm>
            <a:off x="7029450" y="361948"/>
            <a:ext cx="2057400" cy="365125"/>
          </a:xfrm>
        </p:spPr>
        <p:txBody>
          <a:bodyPr/>
          <a:lstStyle/>
          <a:p>
            <a:fld id="{36CC8B87-28FD-40C1-8BEA-A488324BDA2F}" type="slidenum">
              <a:rPr kumimoji="1" lang="ja-JP" altLang="en-US" smtClean="0"/>
              <a:t>10</a:t>
            </a:fld>
            <a:endParaRPr kumimoji="1" lang="ja-JP" altLang="en-US" dirty="0"/>
          </a:p>
        </p:txBody>
      </p:sp>
      <p:grpSp>
        <p:nvGrpSpPr>
          <p:cNvPr id="10" name="グループ化 9">
            <a:extLst>
              <a:ext uri="{FF2B5EF4-FFF2-40B4-BE49-F238E27FC236}">
                <a16:creationId xmlns:a16="http://schemas.microsoft.com/office/drawing/2014/main" id="{A9E2F42D-424D-0620-8305-85CA33192892}"/>
              </a:ext>
            </a:extLst>
          </p:cNvPr>
          <p:cNvGrpSpPr/>
          <p:nvPr/>
        </p:nvGrpSpPr>
        <p:grpSpPr>
          <a:xfrm>
            <a:off x="2389288" y="4078051"/>
            <a:ext cx="1137062" cy="1163209"/>
            <a:chOff x="5664122" y="3576219"/>
            <a:chExt cx="1586716" cy="1585381"/>
          </a:xfrm>
        </p:grpSpPr>
        <p:sp>
          <p:nvSpPr>
            <p:cNvPr id="5" name="部分円 4">
              <a:extLst>
                <a:ext uri="{FF2B5EF4-FFF2-40B4-BE49-F238E27FC236}">
                  <a16:creationId xmlns:a16="http://schemas.microsoft.com/office/drawing/2014/main" id="{1F238E1B-29D7-7E8C-6A19-5847C8B48A2D}"/>
                </a:ext>
              </a:extLst>
            </p:cNvPr>
            <p:cNvSpPr/>
            <p:nvPr/>
          </p:nvSpPr>
          <p:spPr>
            <a:xfrm rot="21447112">
              <a:off x="6135858" y="3576219"/>
              <a:ext cx="650069" cy="651843"/>
            </a:xfrm>
            <a:prstGeom prst="pie">
              <a:avLst>
                <a:gd name="adj1" fmla="val 8998221"/>
                <a:gd name="adj2" fmla="val 1857598"/>
              </a:avLst>
            </a:prstGeom>
            <a:noFill/>
            <a:ln>
              <a:solidFill>
                <a:srgbClr val="0070C0"/>
              </a:solidFill>
            </a:ln>
            <a:effectLst>
              <a:outerShdw blurRad="63500" sx="102000" sy="102000" algn="c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kumimoji="1" lang="ja-JP" altLang="en-US" sz="1350" dirty="0">
                <a:solidFill>
                  <a:srgbClr val="0070C0"/>
                </a:solidFill>
              </a:endParaRPr>
            </a:p>
          </p:txBody>
        </p:sp>
        <p:sp>
          <p:nvSpPr>
            <p:cNvPr id="6" name="部分円 5">
              <a:extLst>
                <a:ext uri="{FF2B5EF4-FFF2-40B4-BE49-F238E27FC236}">
                  <a16:creationId xmlns:a16="http://schemas.microsoft.com/office/drawing/2014/main" id="{3A049258-1771-54BC-4606-955A61B2E8B8}"/>
                </a:ext>
              </a:extLst>
            </p:cNvPr>
            <p:cNvSpPr/>
            <p:nvPr/>
          </p:nvSpPr>
          <p:spPr>
            <a:xfrm rot="5400000">
              <a:off x="6599882" y="4048432"/>
              <a:ext cx="650069" cy="651843"/>
            </a:xfrm>
            <a:prstGeom prst="pie">
              <a:avLst>
                <a:gd name="adj1" fmla="val 8998221"/>
                <a:gd name="adj2" fmla="val 1857598"/>
              </a:avLst>
            </a:prstGeom>
            <a:noFill/>
            <a:ln>
              <a:solidFill>
                <a:srgbClr val="FF0000"/>
              </a:solidFill>
            </a:ln>
            <a:effectLst>
              <a:outerShdw blurRad="63500" sx="102000" sy="102000" algn="c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kumimoji="1" lang="ja-JP" altLang="en-US" sz="1350" dirty="0">
                <a:solidFill>
                  <a:srgbClr val="0070C0"/>
                </a:solidFill>
              </a:endParaRPr>
            </a:p>
          </p:txBody>
        </p:sp>
        <p:sp>
          <p:nvSpPr>
            <p:cNvPr id="7" name="部分円 6">
              <a:extLst>
                <a:ext uri="{FF2B5EF4-FFF2-40B4-BE49-F238E27FC236}">
                  <a16:creationId xmlns:a16="http://schemas.microsoft.com/office/drawing/2014/main" id="{7A9E8CEB-D8AC-21DE-4B98-EBE8150C7C06}"/>
                </a:ext>
              </a:extLst>
            </p:cNvPr>
            <p:cNvSpPr/>
            <p:nvPr/>
          </p:nvSpPr>
          <p:spPr>
            <a:xfrm rot="16200000">
              <a:off x="5665009" y="4048432"/>
              <a:ext cx="650069" cy="651843"/>
            </a:xfrm>
            <a:prstGeom prst="pie">
              <a:avLst>
                <a:gd name="adj1" fmla="val 8998221"/>
                <a:gd name="adj2" fmla="val 1857598"/>
              </a:avLst>
            </a:prstGeom>
            <a:noFill/>
            <a:ln>
              <a:solidFill>
                <a:schemeClr val="bg1">
                  <a:lumMod val="10000"/>
                </a:schemeClr>
              </a:solidFill>
            </a:ln>
            <a:effectLst>
              <a:outerShdw blurRad="63500" sx="102000" sy="102000" algn="c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kumimoji="1" lang="ja-JP" altLang="en-US" sz="1350" dirty="0">
                <a:solidFill>
                  <a:srgbClr val="0070C0"/>
                </a:solidFill>
              </a:endParaRPr>
            </a:p>
          </p:txBody>
        </p:sp>
        <p:sp>
          <p:nvSpPr>
            <p:cNvPr id="8" name="ひし形 7">
              <a:extLst>
                <a:ext uri="{FF2B5EF4-FFF2-40B4-BE49-F238E27FC236}">
                  <a16:creationId xmlns:a16="http://schemas.microsoft.com/office/drawing/2014/main" id="{D922BCD1-06B7-F9A4-7825-901293DF6204}"/>
                </a:ext>
              </a:extLst>
            </p:cNvPr>
            <p:cNvSpPr/>
            <p:nvPr/>
          </p:nvSpPr>
          <p:spPr>
            <a:xfrm>
              <a:off x="6003693" y="3917154"/>
              <a:ext cx="914400" cy="914400"/>
            </a:xfrm>
            <a:prstGeom prst="diamond">
              <a:avLst/>
            </a:prstGeom>
            <a:noFill/>
            <a:ln>
              <a:solidFill>
                <a:schemeClr val="tx1">
                  <a:lumMod val="50000"/>
                  <a:lumOff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350"/>
            </a:p>
          </p:txBody>
        </p:sp>
        <p:sp>
          <p:nvSpPr>
            <p:cNvPr id="9" name="部分円 8">
              <a:extLst>
                <a:ext uri="{FF2B5EF4-FFF2-40B4-BE49-F238E27FC236}">
                  <a16:creationId xmlns:a16="http://schemas.microsoft.com/office/drawing/2014/main" id="{9A1C9D59-777A-C2B7-B471-C703C13870EB}"/>
                </a:ext>
              </a:extLst>
            </p:cNvPr>
            <p:cNvSpPr/>
            <p:nvPr/>
          </p:nvSpPr>
          <p:spPr>
            <a:xfrm rot="10800000">
              <a:off x="6137767" y="4509757"/>
              <a:ext cx="650069" cy="651843"/>
            </a:xfrm>
            <a:prstGeom prst="pie">
              <a:avLst>
                <a:gd name="adj1" fmla="val 8998221"/>
                <a:gd name="adj2" fmla="val 1857598"/>
              </a:avLst>
            </a:prstGeom>
            <a:noFill/>
            <a:ln>
              <a:solidFill>
                <a:schemeClr val="bg1">
                  <a:lumMod val="10000"/>
                </a:schemeClr>
              </a:solidFill>
            </a:ln>
            <a:effectLst>
              <a:outerShdw blurRad="63500" sx="102000" sy="102000" algn="c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kumimoji="1" lang="ja-JP" altLang="en-US" sz="1350" dirty="0">
                <a:solidFill>
                  <a:srgbClr val="0070C0"/>
                </a:solidFill>
              </a:endParaRPr>
            </a:p>
          </p:txBody>
        </p:sp>
      </p:grpSp>
      <p:sp>
        <p:nvSpPr>
          <p:cNvPr id="11" name="正方形/長方形 10">
            <a:extLst>
              <a:ext uri="{FF2B5EF4-FFF2-40B4-BE49-F238E27FC236}">
                <a16:creationId xmlns:a16="http://schemas.microsoft.com/office/drawing/2014/main" id="{E6BA547F-DE20-77E8-7098-28B7A2761CCA}"/>
              </a:ext>
            </a:extLst>
          </p:cNvPr>
          <p:cNvSpPr/>
          <p:nvPr/>
        </p:nvSpPr>
        <p:spPr>
          <a:xfrm>
            <a:off x="634370" y="3025696"/>
            <a:ext cx="4787873" cy="2813299"/>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350"/>
          </a:p>
        </p:txBody>
      </p:sp>
      <p:cxnSp>
        <p:nvCxnSpPr>
          <p:cNvPr id="13" name="直線コネクタ 12">
            <a:extLst>
              <a:ext uri="{FF2B5EF4-FFF2-40B4-BE49-F238E27FC236}">
                <a16:creationId xmlns:a16="http://schemas.microsoft.com/office/drawing/2014/main" id="{6ECF2A28-88A7-237D-5D80-C30FA6DABECD}"/>
              </a:ext>
            </a:extLst>
          </p:cNvPr>
          <p:cNvCxnSpPr>
            <a:cxnSpLocks/>
            <a:stCxn id="8" idx="0"/>
          </p:cNvCxnSpPr>
          <p:nvPr/>
        </p:nvCxnSpPr>
        <p:spPr>
          <a:xfrm flipV="1">
            <a:off x="2960269" y="2213499"/>
            <a:ext cx="2283247" cy="2114699"/>
          </a:xfrm>
          <a:prstGeom prst="line">
            <a:avLst/>
          </a:prstGeom>
          <a:ln>
            <a:solidFill>
              <a:srgbClr val="0070C0"/>
            </a:solidFill>
            <a:prstDash val="sysDash"/>
          </a:ln>
        </p:spPr>
        <p:style>
          <a:lnRef idx="2">
            <a:schemeClr val="accent1"/>
          </a:lnRef>
          <a:fillRef idx="0">
            <a:schemeClr val="accent1"/>
          </a:fillRef>
          <a:effectRef idx="1">
            <a:schemeClr val="accent1"/>
          </a:effectRef>
          <a:fontRef idx="minor">
            <a:schemeClr val="tx1"/>
          </a:fontRef>
        </p:style>
      </p:cxnSp>
      <p:sp>
        <p:nvSpPr>
          <p:cNvPr id="22" name="フローチャート: 結合子 21">
            <a:extLst>
              <a:ext uri="{FF2B5EF4-FFF2-40B4-BE49-F238E27FC236}">
                <a16:creationId xmlns:a16="http://schemas.microsoft.com/office/drawing/2014/main" id="{20BC14F2-19CC-6A32-EB0B-883D674EE267}"/>
              </a:ext>
            </a:extLst>
          </p:cNvPr>
          <p:cNvSpPr/>
          <p:nvPr/>
        </p:nvSpPr>
        <p:spPr>
          <a:xfrm>
            <a:off x="2060741" y="3395131"/>
            <a:ext cx="1868957" cy="1902176"/>
          </a:xfrm>
          <a:prstGeom prst="flowChartConnector">
            <a:avLst/>
          </a:prstGeom>
          <a:noFill/>
          <a:ln>
            <a:solidFill>
              <a:schemeClr val="accent6"/>
            </a:solidFill>
            <a:prstDash val="sysDo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350"/>
          </a:p>
        </p:txBody>
      </p:sp>
      <p:sp>
        <p:nvSpPr>
          <p:cNvPr id="23" name="フローチャート: 結合子 22">
            <a:extLst>
              <a:ext uri="{FF2B5EF4-FFF2-40B4-BE49-F238E27FC236}">
                <a16:creationId xmlns:a16="http://schemas.microsoft.com/office/drawing/2014/main" id="{AB36C600-D056-17FC-A9F2-BA274B30B16E}"/>
              </a:ext>
            </a:extLst>
          </p:cNvPr>
          <p:cNvSpPr/>
          <p:nvPr/>
        </p:nvSpPr>
        <p:spPr>
          <a:xfrm>
            <a:off x="1313771" y="2683372"/>
            <a:ext cx="3405690" cy="3378227"/>
          </a:xfrm>
          <a:prstGeom prst="flowChartConnector">
            <a:avLst/>
          </a:prstGeom>
          <a:noFill/>
          <a:ln>
            <a:solidFill>
              <a:schemeClr val="accent6"/>
            </a:solidFill>
            <a:prstDash val="sysDo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350"/>
          </a:p>
        </p:txBody>
      </p:sp>
      <p:sp>
        <p:nvSpPr>
          <p:cNvPr id="24" name="フローチャート: 結合子 23">
            <a:extLst>
              <a:ext uri="{FF2B5EF4-FFF2-40B4-BE49-F238E27FC236}">
                <a16:creationId xmlns:a16="http://schemas.microsoft.com/office/drawing/2014/main" id="{9A5E1625-F24F-4B50-486C-BB20767CF7A9}"/>
              </a:ext>
            </a:extLst>
          </p:cNvPr>
          <p:cNvSpPr/>
          <p:nvPr/>
        </p:nvSpPr>
        <p:spPr>
          <a:xfrm>
            <a:off x="1683887" y="3028903"/>
            <a:ext cx="2658319" cy="2634771"/>
          </a:xfrm>
          <a:prstGeom prst="flowChartConnector">
            <a:avLst/>
          </a:prstGeom>
          <a:noFill/>
          <a:ln>
            <a:solidFill>
              <a:schemeClr val="accent6"/>
            </a:solidFill>
            <a:prstDash val="sysDo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350"/>
          </a:p>
        </p:txBody>
      </p:sp>
      <p:sp>
        <p:nvSpPr>
          <p:cNvPr id="25" name="フローチャート: 結合子 24">
            <a:extLst>
              <a:ext uri="{FF2B5EF4-FFF2-40B4-BE49-F238E27FC236}">
                <a16:creationId xmlns:a16="http://schemas.microsoft.com/office/drawing/2014/main" id="{1670B2D0-FF63-13B4-8ACB-88746563C41A}"/>
              </a:ext>
            </a:extLst>
          </p:cNvPr>
          <p:cNvSpPr/>
          <p:nvPr/>
        </p:nvSpPr>
        <p:spPr>
          <a:xfrm>
            <a:off x="987199" y="2318587"/>
            <a:ext cx="4124819" cy="4078766"/>
          </a:xfrm>
          <a:prstGeom prst="flowChartConnector">
            <a:avLst/>
          </a:prstGeom>
          <a:noFill/>
          <a:ln>
            <a:solidFill>
              <a:schemeClr val="accent6"/>
            </a:solidFill>
            <a:prstDash val="sysDo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350"/>
          </a:p>
        </p:txBody>
      </p:sp>
      <p:sp>
        <p:nvSpPr>
          <p:cNvPr id="3" name="テキスト ボックス 2">
            <a:extLst>
              <a:ext uri="{FF2B5EF4-FFF2-40B4-BE49-F238E27FC236}">
                <a16:creationId xmlns:a16="http://schemas.microsoft.com/office/drawing/2014/main" id="{D922CE58-AB6D-A1F7-223B-FE3AF4BC11EF}"/>
              </a:ext>
            </a:extLst>
          </p:cNvPr>
          <p:cNvSpPr txBox="1"/>
          <p:nvPr/>
        </p:nvSpPr>
        <p:spPr>
          <a:xfrm>
            <a:off x="3393865" y="4900891"/>
            <a:ext cx="1338828" cy="369332"/>
          </a:xfrm>
          <a:prstGeom prst="rect">
            <a:avLst/>
          </a:prstGeom>
          <a:noFill/>
        </p:spPr>
        <p:txBody>
          <a:bodyPr wrap="none" rtlCol="0">
            <a:spAutoFit/>
          </a:bodyPr>
          <a:lstStyle/>
          <a:p>
            <a:r>
              <a:rPr kumimoji="1" lang="ja-JP" altLang="en-US" dirty="0">
                <a:solidFill>
                  <a:srgbClr val="FF0000"/>
                </a:solidFill>
              </a:rPr>
              <a:t>補助カメラ</a:t>
            </a:r>
          </a:p>
        </p:txBody>
      </p:sp>
      <p:cxnSp>
        <p:nvCxnSpPr>
          <p:cNvPr id="12" name="直線コネクタ 11">
            <a:extLst>
              <a:ext uri="{FF2B5EF4-FFF2-40B4-BE49-F238E27FC236}">
                <a16:creationId xmlns:a16="http://schemas.microsoft.com/office/drawing/2014/main" id="{4B4EF64D-EF54-AE9A-6456-3F47A80038FF}"/>
              </a:ext>
            </a:extLst>
          </p:cNvPr>
          <p:cNvCxnSpPr>
            <a:cxnSpLocks/>
            <a:stCxn id="22" idx="7"/>
            <a:endCxn id="8" idx="3"/>
          </p:cNvCxnSpPr>
          <p:nvPr/>
        </p:nvCxnSpPr>
        <p:spPr>
          <a:xfrm flipH="1">
            <a:off x="3287902" y="3673702"/>
            <a:ext cx="368091" cy="989948"/>
          </a:xfrm>
          <a:prstGeom prst="line">
            <a:avLst/>
          </a:prstGeom>
          <a:ln>
            <a:solidFill>
              <a:srgbClr val="FF0000"/>
            </a:solidFill>
            <a:prstDash val="sysDash"/>
          </a:ln>
        </p:spPr>
        <p:style>
          <a:lnRef idx="2">
            <a:schemeClr val="accent1"/>
          </a:lnRef>
          <a:fillRef idx="0">
            <a:schemeClr val="accent1"/>
          </a:fillRef>
          <a:effectRef idx="1">
            <a:schemeClr val="accent1"/>
          </a:effectRef>
          <a:fontRef idx="minor">
            <a:schemeClr val="tx1"/>
          </a:fontRef>
        </p:style>
      </p:cxnSp>
      <p:cxnSp>
        <p:nvCxnSpPr>
          <p:cNvPr id="28" name="直線コネクタ 27">
            <a:extLst>
              <a:ext uri="{FF2B5EF4-FFF2-40B4-BE49-F238E27FC236}">
                <a16:creationId xmlns:a16="http://schemas.microsoft.com/office/drawing/2014/main" id="{C56D5BFF-43B3-ADAF-8586-C5FBCF7DAFAC}"/>
              </a:ext>
            </a:extLst>
          </p:cNvPr>
          <p:cNvCxnSpPr>
            <a:cxnSpLocks/>
            <a:stCxn id="24" idx="7"/>
            <a:endCxn id="8" idx="3"/>
          </p:cNvCxnSpPr>
          <p:nvPr/>
        </p:nvCxnSpPr>
        <p:spPr>
          <a:xfrm flipH="1">
            <a:off x="3287904" y="3414758"/>
            <a:ext cx="665000" cy="1248892"/>
          </a:xfrm>
          <a:prstGeom prst="line">
            <a:avLst/>
          </a:prstGeom>
          <a:ln>
            <a:solidFill>
              <a:srgbClr val="FF0000"/>
            </a:solidFill>
            <a:prstDash val="sysDash"/>
          </a:ln>
        </p:spPr>
        <p:style>
          <a:lnRef idx="2">
            <a:schemeClr val="accent1"/>
          </a:lnRef>
          <a:fillRef idx="0">
            <a:schemeClr val="accent1"/>
          </a:fillRef>
          <a:effectRef idx="1">
            <a:schemeClr val="accent1"/>
          </a:effectRef>
          <a:fontRef idx="minor">
            <a:schemeClr val="tx1"/>
          </a:fontRef>
        </p:style>
      </p:cxnSp>
      <p:cxnSp>
        <p:nvCxnSpPr>
          <p:cNvPr id="34" name="直線コネクタ 33">
            <a:extLst>
              <a:ext uri="{FF2B5EF4-FFF2-40B4-BE49-F238E27FC236}">
                <a16:creationId xmlns:a16="http://schemas.microsoft.com/office/drawing/2014/main" id="{4E6B5B3B-20F0-3108-48CE-52A019402449}"/>
              </a:ext>
            </a:extLst>
          </p:cNvPr>
          <p:cNvCxnSpPr>
            <a:cxnSpLocks/>
            <a:stCxn id="23" idx="7"/>
            <a:endCxn id="8" idx="3"/>
          </p:cNvCxnSpPr>
          <p:nvPr/>
        </p:nvCxnSpPr>
        <p:spPr>
          <a:xfrm flipH="1">
            <a:off x="3287901" y="3178102"/>
            <a:ext cx="932808" cy="1485548"/>
          </a:xfrm>
          <a:prstGeom prst="line">
            <a:avLst/>
          </a:prstGeom>
          <a:ln>
            <a:solidFill>
              <a:srgbClr val="FF0000"/>
            </a:solidFill>
            <a:prstDash val="sysDash"/>
          </a:ln>
        </p:spPr>
        <p:style>
          <a:lnRef idx="2">
            <a:schemeClr val="accent1"/>
          </a:lnRef>
          <a:fillRef idx="0">
            <a:schemeClr val="accent1"/>
          </a:fillRef>
          <a:effectRef idx="1">
            <a:schemeClr val="accent1"/>
          </a:effectRef>
          <a:fontRef idx="minor">
            <a:schemeClr val="tx1"/>
          </a:fontRef>
        </p:style>
      </p:cxnSp>
      <p:cxnSp>
        <p:nvCxnSpPr>
          <p:cNvPr id="37" name="直線コネクタ 36">
            <a:extLst>
              <a:ext uri="{FF2B5EF4-FFF2-40B4-BE49-F238E27FC236}">
                <a16:creationId xmlns:a16="http://schemas.microsoft.com/office/drawing/2014/main" id="{7C07B847-8CCE-EA62-FC6C-8D6A2985AC65}"/>
              </a:ext>
            </a:extLst>
          </p:cNvPr>
          <p:cNvCxnSpPr>
            <a:cxnSpLocks/>
            <a:stCxn id="25" idx="7"/>
            <a:endCxn id="8" idx="3"/>
          </p:cNvCxnSpPr>
          <p:nvPr/>
        </p:nvCxnSpPr>
        <p:spPr>
          <a:xfrm flipH="1">
            <a:off x="3287904" y="2915907"/>
            <a:ext cx="1220050" cy="1747740"/>
          </a:xfrm>
          <a:prstGeom prst="line">
            <a:avLst/>
          </a:prstGeom>
          <a:ln>
            <a:solidFill>
              <a:srgbClr val="FF0000"/>
            </a:solidFill>
            <a:prstDash val="sysDash"/>
          </a:ln>
        </p:spPr>
        <p:style>
          <a:lnRef idx="2">
            <a:schemeClr val="accent1"/>
          </a:lnRef>
          <a:fillRef idx="0">
            <a:schemeClr val="accent1"/>
          </a:fillRef>
          <a:effectRef idx="1">
            <a:schemeClr val="accent1"/>
          </a:effectRef>
          <a:fontRef idx="minor">
            <a:schemeClr val="tx1"/>
          </a:fontRef>
        </p:style>
      </p:cxnSp>
      <p:cxnSp>
        <p:nvCxnSpPr>
          <p:cNvPr id="40" name="直線コネクタ 39">
            <a:extLst>
              <a:ext uri="{FF2B5EF4-FFF2-40B4-BE49-F238E27FC236}">
                <a16:creationId xmlns:a16="http://schemas.microsoft.com/office/drawing/2014/main" id="{B15A4AFB-78F0-5EB1-60BF-D5066F163AC7}"/>
              </a:ext>
            </a:extLst>
          </p:cNvPr>
          <p:cNvCxnSpPr>
            <a:cxnSpLocks/>
            <a:endCxn id="8" idx="3"/>
          </p:cNvCxnSpPr>
          <p:nvPr/>
        </p:nvCxnSpPr>
        <p:spPr>
          <a:xfrm flipH="1">
            <a:off x="3287904" y="2673793"/>
            <a:ext cx="1457858" cy="1989854"/>
          </a:xfrm>
          <a:prstGeom prst="line">
            <a:avLst/>
          </a:prstGeom>
          <a:ln>
            <a:solidFill>
              <a:srgbClr val="FF0000"/>
            </a:solidFill>
            <a:prstDash val="sysDash"/>
          </a:ln>
        </p:spPr>
        <p:style>
          <a:lnRef idx="2">
            <a:schemeClr val="accent1"/>
          </a:lnRef>
          <a:fillRef idx="0">
            <a:schemeClr val="accent1"/>
          </a:fillRef>
          <a:effectRef idx="1">
            <a:schemeClr val="accent1"/>
          </a:effectRef>
          <a:fontRef idx="minor">
            <a:schemeClr val="tx1"/>
          </a:fontRef>
        </p:style>
      </p:cxnSp>
      <p:sp>
        <p:nvSpPr>
          <p:cNvPr id="45" name="正方形/長方形 44">
            <a:extLst>
              <a:ext uri="{FF2B5EF4-FFF2-40B4-BE49-F238E27FC236}">
                <a16:creationId xmlns:a16="http://schemas.microsoft.com/office/drawing/2014/main" id="{EBC1BA99-13EC-7528-8F02-4984A9BDD18B}"/>
              </a:ext>
            </a:extLst>
          </p:cNvPr>
          <p:cNvSpPr/>
          <p:nvPr/>
        </p:nvSpPr>
        <p:spPr>
          <a:xfrm>
            <a:off x="3679296" y="4222019"/>
            <a:ext cx="228443" cy="203147"/>
          </a:xfrm>
          <a:prstGeom prst="rect">
            <a:avLst/>
          </a:prstGeom>
          <a:solidFill>
            <a:schemeClr val="bg1">
              <a:lumMod val="5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350"/>
          </a:p>
        </p:txBody>
      </p:sp>
      <p:sp>
        <p:nvSpPr>
          <p:cNvPr id="48" name="テキスト ボックス 47">
            <a:extLst>
              <a:ext uri="{FF2B5EF4-FFF2-40B4-BE49-F238E27FC236}">
                <a16:creationId xmlns:a16="http://schemas.microsoft.com/office/drawing/2014/main" id="{4806C50D-72FA-DED0-E0FF-32149624C521}"/>
              </a:ext>
            </a:extLst>
          </p:cNvPr>
          <p:cNvSpPr txBox="1"/>
          <p:nvPr/>
        </p:nvSpPr>
        <p:spPr>
          <a:xfrm>
            <a:off x="5494048" y="1463117"/>
            <a:ext cx="3608680" cy="4934236"/>
          </a:xfrm>
          <a:prstGeom prst="rect">
            <a:avLst/>
          </a:prstGeom>
          <a:noFill/>
        </p:spPr>
        <p:txBody>
          <a:bodyPr wrap="none" rtlCol="0">
            <a:spAutoFit/>
          </a:bodyPr>
          <a:lstStyle/>
          <a:p>
            <a:pPr marL="257168" indent="-342892">
              <a:lnSpc>
                <a:spcPct val="200000"/>
              </a:lnSpc>
              <a:buFont typeface="+mj-lt"/>
              <a:buAutoNum type="arabicPeriod"/>
            </a:pPr>
            <a:r>
              <a:rPr lang="ja-JP" altLang="en-US" sz="2000" b="1" dirty="0"/>
              <a:t>深度の候補をいくつか作る</a:t>
            </a:r>
            <a:endParaRPr lang="en-US" altLang="ja-JP" sz="2000" b="1" dirty="0"/>
          </a:p>
          <a:p>
            <a:pPr marL="257168" indent="-342892">
              <a:lnSpc>
                <a:spcPct val="200000"/>
              </a:lnSpc>
              <a:buFont typeface="+mj-lt"/>
              <a:buAutoNum type="arabicPeriod"/>
            </a:pPr>
            <a:r>
              <a:rPr kumimoji="1" lang="ja-JP" altLang="en-US" sz="2000" b="1" dirty="0"/>
              <a:t>補助カメラを選ぶ</a:t>
            </a:r>
            <a:endParaRPr kumimoji="1" lang="en-US" altLang="ja-JP" sz="2000" b="1" dirty="0"/>
          </a:p>
          <a:p>
            <a:pPr marL="257168" indent="-342892">
              <a:lnSpc>
                <a:spcPct val="200000"/>
              </a:lnSpc>
              <a:buFont typeface="+mj-lt"/>
              <a:buAutoNum type="arabicPeriod"/>
            </a:pPr>
            <a:r>
              <a:rPr kumimoji="1" lang="ja-JP" altLang="en-US" sz="2000" b="1" dirty="0"/>
              <a:t>各深さに対して再投影の</a:t>
            </a:r>
            <a:br>
              <a:rPr kumimoji="1" lang="en-US" altLang="ja-JP" sz="2000" b="1" dirty="0"/>
            </a:br>
            <a:r>
              <a:rPr kumimoji="1" lang="ja-JP" altLang="en-US" sz="2000" b="1" dirty="0"/>
              <a:t>座標を計算</a:t>
            </a:r>
            <a:endParaRPr lang="en-US" altLang="ja-JP" sz="2000" b="1" dirty="0"/>
          </a:p>
          <a:p>
            <a:pPr marL="257168" indent="-342892">
              <a:lnSpc>
                <a:spcPct val="200000"/>
              </a:lnSpc>
              <a:buFont typeface="+mj-lt"/>
              <a:buAutoNum type="arabicPeriod"/>
            </a:pPr>
            <a:r>
              <a:rPr kumimoji="1" lang="ja-JP" altLang="en-US" sz="2000" b="1" dirty="0"/>
              <a:t>実際の色と比較して</a:t>
            </a:r>
            <a:br>
              <a:rPr kumimoji="1" lang="en-US" altLang="ja-JP" sz="2000" b="1" dirty="0"/>
            </a:br>
            <a:r>
              <a:rPr kumimoji="1" lang="ja-JP" altLang="en-US" sz="2000" b="1" dirty="0"/>
              <a:t>マッチングコストを計算</a:t>
            </a:r>
            <a:endParaRPr kumimoji="1" lang="en-US" altLang="ja-JP" sz="2000" b="1" dirty="0"/>
          </a:p>
          <a:p>
            <a:pPr marL="257168" indent="-342892">
              <a:lnSpc>
                <a:spcPct val="200000"/>
              </a:lnSpc>
              <a:buFont typeface="+mj-lt"/>
              <a:buAutoNum type="arabicPeriod"/>
            </a:pPr>
            <a:r>
              <a:rPr kumimoji="1" lang="ja-JP" altLang="en-US" sz="2000" b="1" dirty="0"/>
              <a:t>マッチングコストから</a:t>
            </a:r>
            <a:br>
              <a:rPr kumimoji="1" lang="en-US" altLang="ja-JP" sz="2000" b="1" dirty="0"/>
            </a:br>
            <a:r>
              <a:rPr kumimoji="1" lang="ja-JP" altLang="en-US" sz="2000" b="1" dirty="0"/>
              <a:t>最適な深さを推定する</a:t>
            </a:r>
            <a:endParaRPr kumimoji="1" lang="en-US" altLang="ja-JP" sz="2000" b="1" dirty="0"/>
          </a:p>
        </p:txBody>
      </p:sp>
      <p:cxnSp>
        <p:nvCxnSpPr>
          <p:cNvPr id="14" name="直線矢印コネクタ 13">
            <a:extLst>
              <a:ext uri="{FF2B5EF4-FFF2-40B4-BE49-F238E27FC236}">
                <a16:creationId xmlns:a16="http://schemas.microsoft.com/office/drawing/2014/main" id="{B9C492B3-2DE5-BD07-0D08-DCF4B008BF61}"/>
              </a:ext>
            </a:extLst>
          </p:cNvPr>
          <p:cNvCxnSpPr>
            <a:cxnSpLocks/>
          </p:cNvCxnSpPr>
          <p:nvPr/>
        </p:nvCxnSpPr>
        <p:spPr>
          <a:xfrm flipV="1">
            <a:off x="2960267" y="4165261"/>
            <a:ext cx="175841" cy="162938"/>
          </a:xfrm>
          <a:prstGeom prst="straightConnector1">
            <a:avLst/>
          </a:prstGeom>
          <a:ln>
            <a:solidFill>
              <a:srgbClr val="0070C0"/>
            </a:solidFill>
            <a:tailEnd type="triangle"/>
          </a:ln>
        </p:spPr>
        <p:style>
          <a:lnRef idx="2">
            <a:schemeClr val="accent1"/>
          </a:lnRef>
          <a:fillRef idx="0">
            <a:schemeClr val="accent1"/>
          </a:fillRef>
          <a:effectRef idx="1">
            <a:schemeClr val="accent1"/>
          </a:effectRef>
          <a:fontRef idx="minor">
            <a:schemeClr val="tx1"/>
          </a:fontRef>
        </p:style>
      </p:cxnSp>
      <p:sp>
        <p:nvSpPr>
          <p:cNvPr id="15" name="テキスト ボックス 14">
            <a:extLst>
              <a:ext uri="{FF2B5EF4-FFF2-40B4-BE49-F238E27FC236}">
                <a16:creationId xmlns:a16="http://schemas.microsoft.com/office/drawing/2014/main" id="{86BF8054-2068-CEFE-B59F-21B2EE634CD4}"/>
              </a:ext>
            </a:extLst>
          </p:cNvPr>
          <p:cNvSpPr txBox="1"/>
          <p:nvPr/>
        </p:nvSpPr>
        <p:spPr>
          <a:xfrm>
            <a:off x="1532036" y="3923103"/>
            <a:ext cx="1753420" cy="369332"/>
          </a:xfrm>
          <a:prstGeom prst="rect">
            <a:avLst/>
          </a:prstGeom>
          <a:noFill/>
        </p:spPr>
        <p:txBody>
          <a:bodyPr wrap="square" rtlCol="0">
            <a:spAutoFit/>
          </a:bodyPr>
          <a:lstStyle/>
          <a:p>
            <a:r>
              <a:rPr kumimoji="1" lang="ja-JP" altLang="en-US" dirty="0">
                <a:solidFill>
                  <a:srgbClr val="0070C0"/>
                </a:solidFill>
              </a:rPr>
              <a:t>基準カメラ</a:t>
            </a:r>
          </a:p>
        </p:txBody>
      </p:sp>
    </p:spTree>
    <p:extLst>
      <p:ext uri="{BB962C8B-B14F-4D97-AF65-F5344CB8AC3E}">
        <p14:creationId xmlns:p14="http://schemas.microsoft.com/office/powerpoint/2010/main" val="205313262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8">
                                            <p:txEl>
                                              <p:pRg st="2" end="2"/>
                                            </p:txEl>
                                          </p:spTgt>
                                        </p:tgtEl>
                                        <p:attrNameLst>
                                          <p:attrName>style.visibility</p:attrName>
                                        </p:attrNameLst>
                                      </p:cBhvr>
                                      <p:to>
                                        <p:strVal val="visible"/>
                                      </p:to>
                                    </p:set>
                                  </p:childTnLst>
                                </p:cTn>
                              </p:par>
                              <p:par>
                                <p:cTn id="7" presetID="10" presetClass="entr" presetSubtype="0" fill="hold" nodeType="withEffect">
                                  <p:stCondLst>
                                    <p:cond delay="0"/>
                                  </p:stCondLst>
                                  <p:childTnLst>
                                    <p:set>
                                      <p:cBhvr>
                                        <p:cTn id="8" dur="1" fill="hold">
                                          <p:stCondLst>
                                            <p:cond delay="0"/>
                                          </p:stCondLst>
                                        </p:cTn>
                                        <p:tgtEl>
                                          <p:spTgt spid="12"/>
                                        </p:tgtEl>
                                        <p:attrNameLst>
                                          <p:attrName>style.visibility</p:attrName>
                                        </p:attrNameLst>
                                      </p:cBhvr>
                                      <p:to>
                                        <p:strVal val="visible"/>
                                      </p:to>
                                    </p:set>
                                    <p:animEffect transition="in" filter="fade">
                                      <p:cBhvr>
                                        <p:cTn id="9" dur="500"/>
                                        <p:tgtEl>
                                          <p:spTgt spid="12"/>
                                        </p:tgtEl>
                                      </p:cBhvr>
                                    </p:animEffect>
                                  </p:childTnLst>
                                </p:cTn>
                              </p:par>
                              <p:par>
                                <p:cTn id="10" presetID="10" presetClass="entr" presetSubtype="0" fill="hold" nodeType="withEffect">
                                  <p:stCondLst>
                                    <p:cond delay="0"/>
                                  </p:stCondLst>
                                  <p:childTnLst>
                                    <p:set>
                                      <p:cBhvr>
                                        <p:cTn id="11" dur="1" fill="hold">
                                          <p:stCondLst>
                                            <p:cond delay="0"/>
                                          </p:stCondLst>
                                        </p:cTn>
                                        <p:tgtEl>
                                          <p:spTgt spid="28"/>
                                        </p:tgtEl>
                                        <p:attrNameLst>
                                          <p:attrName>style.visibility</p:attrName>
                                        </p:attrNameLst>
                                      </p:cBhvr>
                                      <p:to>
                                        <p:strVal val="visible"/>
                                      </p:to>
                                    </p:set>
                                    <p:animEffect transition="in" filter="fade">
                                      <p:cBhvr>
                                        <p:cTn id="12" dur="500"/>
                                        <p:tgtEl>
                                          <p:spTgt spid="28"/>
                                        </p:tgtEl>
                                      </p:cBhvr>
                                    </p:animEffect>
                                  </p:childTnLst>
                                </p:cTn>
                              </p:par>
                              <p:par>
                                <p:cTn id="13" presetID="10" presetClass="entr" presetSubtype="0" fill="hold" nodeType="withEffect">
                                  <p:stCondLst>
                                    <p:cond delay="0"/>
                                  </p:stCondLst>
                                  <p:childTnLst>
                                    <p:set>
                                      <p:cBhvr>
                                        <p:cTn id="14" dur="1" fill="hold">
                                          <p:stCondLst>
                                            <p:cond delay="0"/>
                                          </p:stCondLst>
                                        </p:cTn>
                                        <p:tgtEl>
                                          <p:spTgt spid="34"/>
                                        </p:tgtEl>
                                        <p:attrNameLst>
                                          <p:attrName>style.visibility</p:attrName>
                                        </p:attrNameLst>
                                      </p:cBhvr>
                                      <p:to>
                                        <p:strVal val="visible"/>
                                      </p:to>
                                    </p:set>
                                    <p:animEffect transition="in" filter="fade">
                                      <p:cBhvr>
                                        <p:cTn id="15" dur="500"/>
                                        <p:tgtEl>
                                          <p:spTgt spid="34"/>
                                        </p:tgtEl>
                                      </p:cBhvr>
                                    </p:animEffect>
                                  </p:childTnLst>
                                </p:cTn>
                              </p:par>
                              <p:par>
                                <p:cTn id="16" presetID="10" presetClass="entr" presetSubtype="0" fill="hold" nodeType="withEffect">
                                  <p:stCondLst>
                                    <p:cond delay="0"/>
                                  </p:stCondLst>
                                  <p:childTnLst>
                                    <p:set>
                                      <p:cBhvr>
                                        <p:cTn id="17" dur="1" fill="hold">
                                          <p:stCondLst>
                                            <p:cond delay="0"/>
                                          </p:stCondLst>
                                        </p:cTn>
                                        <p:tgtEl>
                                          <p:spTgt spid="37"/>
                                        </p:tgtEl>
                                        <p:attrNameLst>
                                          <p:attrName>style.visibility</p:attrName>
                                        </p:attrNameLst>
                                      </p:cBhvr>
                                      <p:to>
                                        <p:strVal val="visible"/>
                                      </p:to>
                                    </p:set>
                                    <p:animEffect transition="in" filter="fade">
                                      <p:cBhvr>
                                        <p:cTn id="18" dur="500"/>
                                        <p:tgtEl>
                                          <p:spTgt spid="37"/>
                                        </p:tgtEl>
                                      </p:cBhvr>
                                    </p:animEffect>
                                  </p:childTnLst>
                                </p:cTn>
                              </p:par>
                              <p:par>
                                <p:cTn id="19" presetID="10" presetClass="entr" presetSubtype="0" fill="hold" nodeType="withEffect">
                                  <p:stCondLst>
                                    <p:cond delay="0"/>
                                  </p:stCondLst>
                                  <p:childTnLst>
                                    <p:set>
                                      <p:cBhvr>
                                        <p:cTn id="20" dur="1" fill="hold">
                                          <p:stCondLst>
                                            <p:cond delay="0"/>
                                          </p:stCondLst>
                                        </p:cTn>
                                        <p:tgtEl>
                                          <p:spTgt spid="40"/>
                                        </p:tgtEl>
                                        <p:attrNameLst>
                                          <p:attrName>style.visibility</p:attrName>
                                        </p:attrNameLst>
                                      </p:cBhvr>
                                      <p:to>
                                        <p:strVal val="visible"/>
                                      </p:to>
                                    </p:set>
                                    <p:animEffect transition="in" filter="fade">
                                      <p:cBhvr>
                                        <p:cTn id="21" dur="500"/>
                                        <p:tgtEl>
                                          <p:spTgt spid="40"/>
                                        </p:tgtEl>
                                      </p:cBhvr>
                                    </p:animEffect>
                                  </p:childTnLst>
                                </p:cTn>
                              </p:par>
                            </p:childTnLst>
                          </p:cTn>
                        </p:par>
                      </p:childTnLst>
                    </p:cTn>
                  </p:par>
                  <p:par>
                    <p:cTn id="22" fill="hold">
                      <p:stCondLst>
                        <p:cond delay="indefinite"/>
                      </p:stCondLst>
                      <p:childTnLst>
                        <p:par>
                          <p:cTn id="23" fill="hold">
                            <p:stCondLst>
                              <p:cond delay="0"/>
                            </p:stCondLst>
                            <p:childTnLst>
                              <p:par>
                                <p:cTn id="24" presetID="1" presetClass="entr" presetSubtype="0" fill="hold" nodeType="clickEffect">
                                  <p:stCondLst>
                                    <p:cond delay="0"/>
                                  </p:stCondLst>
                                  <p:childTnLst>
                                    <p:set>
                                      <p:cBhvr>
                                        <p:cTn id="25" dur="1" fill="hold">
                                          <p:stCondLst>
                                            <p:cond delay="0"/>
                                          </p:stCondLst>
                                        </p:cTn>
                                        <p:tgtEl>
                                          <p:spTgt spid="48">
                                            <p:txEl>
                                              <p:pRg st="3" end="3"/>
                                            </p:txEl>
                                          </p:spTgt>
                                        </p:tgtEl>
                                        <p:attrNameLst>
                                          <p:attrName>style.visibility</p:attrName>
                                        </p:attrNameLst>
                                      </p:cBhvr>
                                      <p:to>
                                        <p:strVal val="visible"/>
                                      </p:to>
                                    </p:set>
                                  </p:childTnLst>
                                </p:cTn>
                              </p:par>
                            </p:childTnLst>
                          </p:cTn>
                        </p:par>
                      </p:childTnLst>
                    </p:cTn>
                  </p:par>
                  <p:par>
                    <p:cTn id="26" fill="hold">
                      <p:stCondLst>
                        <p:cond delay="indefinite"/>
                      </p:stCondLst>
                      <p:childTnLst>
                        <p:par>
                          <p:cTn id="27" fill="hold">
                            <p:stCondLst>
                              <p:cond delay="0"/>
                            </p:stCondLst>
                            <p:childTnLst>
                              <p:par>
                                <p:cTn id="28" presetID="1" presetClass="entr" presetSubtype="0" fill="hold" nodeType="clickEffect">
                                  <p:stCondLst>
                                    <p:cond delay="0"/>
                                  </p:stCondLst>
                                  <p:childTnLst>
                                    <p:set>
                                      <p:cBhvr>
                                        <p:cTn id="29" dur="1" fill="hold">
                                          <p:stCondLst>
                                            <p:cond delay="0"/>
                                          </p:stCondLst>
                                        </p:cTn>
                                        <p:tgtEl>
                                          <p:spTgt spid="48">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E045C1-F845-C187-EFC9-464866B3CABD}"/>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2ADBCF1A-B1FE-37A0-97E2-6A48F0A3FE29}"/>
              </a:ext>
            </a:extLst>
          </p:cNvPr>
          <p:cNvSpPr>
            <a:spLocks noGrp="1"/>
          </p:cNvSpPr>
          <p:nvPr>
            <p:ph type="title"/>
          </p:nvPr>
        </p:nvSpPr>
        <p:spPr/>
        <p:txBody>
          <a:bodyPr>
            <a:normAutofit/>
          </a:bodyPr>
          <a:lstStyle/>
          <a:p>
            <a:r>
              <a:rPr lang="ja-JP" altLang="en-US" dirty="0"/>
              <a:t>カラー画像を深度画像に変換３</a:t>
            </a:r>
            <a:endParaRPr kumimoji="1" lang="ja-JP" altLang="en-US" dirty="0"/>
          </a:p>
        </p:txBody>
      </p:sp>
      <p:sp>
        <p:nvSpPr>
          <p:cNvPr id="14" name="コンテンツ プレースホルダー 13">
            <a:extLst>
              <a:ext uri="{FF2B5EF4-FFF2-40B4-BE49-F238E27FC236}">
                <a16:creationId xmlns:a16="http://schemas.microsoft.com/office/drawing/2014/main" id="{4EF6E121-D72D-D402-6226-0C3563E23A22}"/>
              </a:ext>
            </a:extLst>
          </p:cNvPr>
          <p:cNvSpPr>
            <a:spLocks noGrp="1"/>
          </p:cNvSpPr>
          <p:nvPr>
            <p:ph idx="4294967295"/>
          </p:nvPr>
        </p:nvSpPr>
        <p:spPr>
          <a:xfrm>
            <a:off x="628650" y="1412874"/>
            <a:ext cx="7886700" cy="5079999"/>
          </a:xfrm>
        </p:spPr>
        <p:txBody>
          <a:bodyPr/>
          <a:lstStyle/>
          <a:p>
            <a:pPr marL="0" indent="0">
              <a:buNone/>
            </a:pPr>
            <a:r>
              <a:rPr lang="en-US" altLang="ja-JP" dirty="0"/>
              <a:t>4</a:t>
            </a:r>
            <a:r>
              <a:rPr lang="ja-JP" altLang="en-US" dirty="0"/>
              <a:t>つの魚眼カメラから得た深さ</a:t>
            </a:r>
            <a:r>
              <a:rPr lang="en-US" altLang="ja-JP" dirty="0"/>
              <a:t>3</a:t>
            </a:r>
            <a:r>
              <a:rPr lang="ja-JP" altLang="en-US" dirty="0"/>
              <a:t>次元情報を</a:t>
            </a:r>
            <a:endParaRPr lang="en-US" altLang="ja-JP" dirty="0"/>
          </a:p>
          <a:p>
            <a:pPr marL="0" indent="0">
              <a:buNone/>
            </a:pPr>
            <a:r>
              <a:rPr lang="ja-JP" altLang="en-US" b="1" dirty="0"/>
              <a:t>仮想点</a:t>
            </a:r>
            <a:r>
              <a:rPr lang="ja-JP" altLang="en-US" dirty="0"/>
              <a:t>から見た情報として統合</a:t>
            </a:r>
            <a:endParaRPr lang="en-US" altLang="ja-JP" dirty="0"/>
          </a:p>
          <a:p>
            <a:pPr lvl="1"/>
            <a:endParaRPr lang="ja-JP" altLang="en-US" dirty="0"/>
          </a:p>
        </p:txBody>
      </p:sp>
      <p:sp>
        <p:nvSpPr>
          <p:cNvPr id="4" name="スライド番号プレースホルダー 3">
            <a:extLst>
              <a:ext uri="{FF2B5EF4-FFF2-40B4-BE49-F238E27FC236}">
                <a16:creationId xmlns:a16="http://schemas.microsoft.com/office/drawing/2014/main" id="{CC7A1439-7545-7874-CFCE-1BA1DCACE995}"/>
              </a:ext>
            </a:extLst>
          </p:cNvPr>
          <p:cNvSpPr>
            <a:spLocks noGrp="1"/>
          </p:cNvSpPr>
          <p:nvPr>
            <p:ph type="sldNum" sz="quarter" idx="12"/>
          </p:nvPr>
        </p:nvSpPr>
        <p:spPr>
          <a:xfrm>
            <a:off x="7029450" y="361948"/>
            <a:ext cx="2057400" cy="365125"/>
          </a:xfrm>
        </p:spPr>
        <p:txBody>
          <a:bodyPr/>
          <a:lstStyle/>
          <a:p>
            <a:fld id="{36CC8B87-28FD-40C1-8BEA-A488324BDA2F}" type="slidenum">
              <a:rPr kumimoji="1" lang="ja-JP" altLang="en-US" smtClean="0"/>
              <a:t>11</a:t>
            </a:fld>
            <a:endParaRPr kumimoji="1" lang="ja-JP" altLang="en-US" dirty="0"/>
          </a:p>
        </p:txBody>
      </p:sp>
      <p:grpSp>
        <p:nvGrpSpPr>
          <p:cNvPr id="16" name="グループ化 15">
            <a:extLst>
              <a:ext uri="{FF2B5EF4-FFF2-40B4-BE49-F238E27FC236}">
                <a16:creationId xmlns:a16="http://schemas.microsoft.com/office/drawing/2014/main" id="{C722E80B-DF89-E97B-7CA1-68C425A597DB}"/>
              </a:ext>
            </a:extLst>
          </p:cNvPr>
          <p:cNvGrpSpPr/>
          <p:nvPr/>
        </p:nvGrpSpPr>
        <p:grpSpPr>
          <a:xfrm>
            <a:off x="2389288" y="4083178"/>
            <a:ext cx="1137062" cy="1163209"/>
            <a:chOff x="5664122" y="3576219"/>
            <a:chExt cx="1586716" cy="1585381"/>
          </a:xfrm>
        </p:grpSpPr>
        <p:sp>
          <p:nvSpPr>
            <p:cNvPr id="18" name="部分円 17">
              <a:extLst>
                <a:ext uri="{FF2B5EF4-FFF2-40B4-BE49-F238E27FC236}">
                  <a16:creationId xmlns:a16="http://schemas.microsoft.com/office/drawing/2014/main" id="{5C390860-2F91-7D1D-D4DB-0FDC7DB07960}"/>
                </a:ext>
              </a:extLst>
            </p:cNvPr>
            <p:cNvSpPr/>
            <p:nvPr/>
          </p:nvSpPr>
          <p:spPr>
            <a:xfrm rot="21447112">
              <a:off x="6135858" y="3576219"/>
              <a:ext cx="650069" cy="651843"/>
            </a:xfrm>
            <a:prstGeom prst="pie">
              <a:avLst>
                <a:gd name="adj1" fmla="val 8998221"/>
                <a:gd name="adj2" fmla="val 1857598"/>
              </a:avLst>
            </a:prstGeom>
            <a:noFill/>
            <a:ln>
              <a:solidFill>
                <a:schemeClr val="tx1"/>
              </a:solidFill>
            </a:ln>
            <a:effectLst>
              <a:outerShdw blurRad="63500" sx="102000" sy="102000" algn="c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kumimoji="1" lang="ja-JP" altLang="en-US" sz="1350" dirty="0">
                <a:solidFill>
                  <a:srgbClr val="0070C0"/>
                </a:solidFill>
              </a:endParaRPr>
            </a:p>
          </p:txBody>
        </p:sp>
        <p:sp>
          <p:nvSpPr>
            <p:cNvPr id="19" name="部分円 18">
              <a:extLst>
                <a:ext uri="{FF2B5EF4-FFF2-40B4-BE49-F238E27FC236}">
                  <a16:creationId xmlns:a16="http://schemas.microsoft.com/office/drawing/2014/main" id="{FA9AF5A1-F092-F18F-9B3E-EEA1D5DC8DFC}"/>
                </a:ext>
              </a:extLst>
            </p:cNvPr>
            <p:cNvSpPr/>
            <p:nvPr/>
          </p:nvSpPr>
          <p:spPr>
            <a:xfrm rot="5400000">
              <a:off x="6599882" y="4048432"/>
              <a:ext cx="650069" cy="651843"/>
            </a:xfrm>
            <a:prstGeom prst="pie">
              <a:avLst>
                <a:gd name="adj1" fmla="val 8998221"/>
                <a:gd name="adj2" fmla="val 1857598"/>
              </a:avLst>
            </a:prstGeom>
            <a:noFill/>
            <a:ln>
              <a:solidFill>
                <a:schemeClr val="bg1">
                  <a:lumMod val="10000"/>
                </a:schemeClr>
              </a:solidFill>
            </a:ln>
            <a:effectLst>
              <a:outerShdw blurRad="63500" sx="102000" sy="102000" algn="c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kumimoji="1" lang="ja-JP" altLang="en-US" sz="1350" dirty="0">
                <a:solidFill>
                  <a:srgbClr val="0070C0"/>
                </a:solidFill>
              </a:endParaRPr>
            </a:p>
          </p:txBody>
        </p:sp>
        <p:sp>
          <p:nvSpPr>
            <p:cNvPr id="20" name="部分円 19">
              <a:extLst>
                <a:ext uri="{FF2B5EF4-FFF2-40B4-BE49-F238E27FC236}">
                  <a16:creationId xmlns:a16="http://schemas.microsoft.com/office/drawing/2014/main" id="{6E4FD701-6406-826C-B7E5-6C2F2FDE2042}"/>
                </a:ext>
              </a:extLst>
            </p:cNvPr>
            <p:cNvSpPr/>
            <p:nvPr/>
          </p:nvSpPr>
          <p:spPr>
            <a:xfrm rot="16200000">
              <a:off x="5665009" y="4048432"/>
              <a:ext cx="650069" cy="651843"/>
            </a:xfrm>
            <a:prstGeom prst="pie">
              <a:avLst>
                <a:gd name="adj1" fmla="val 8998221"/>
                <a:gd name="adj2" fmla="val 1857598"/>
              </a:avLst>
            </a:prstGeom>
            <a:noFill/>
            <a:ln>
              <a:solidFill>
                <a:schemeClr val="bg1">
                  <a:lumMod val="10000"/>
                </a:schemeClr>
              </a:solidFill>
            </a:ln>
            <a:effectLst>
              <a:outerShdw blurRad="63500" sx="102000" sy="102000" algn="c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kumimoji="1" lang="ja-JP" altLang="en-US" sz="1350" dirty="0">
                <a:solidFill>
                  <a:srgbClr val="0070C0"/>
                </a:solidFill>
              </a:endParaRPr>
            </a:p>
          </p:txBody>
        </p:sp>
        <p:sp>
          <p:nvSpPr>
            <p:cNvPr id="21" name="ひし形 20">
              <a:extLst>
                <a:ext uri="{FF2B5EF4-FFF2-40B4-BE49-F238E27FC236}">
                  <a16:creationId xmlns:a16="http://schemas.microsoft.com/office/drawing/2014/main" id="{18ADED99-8713-EF67-C2DB-17B538965C1B}"/>
                </a:ext>
              </a:extLst>
            </p:cNvPr>
            <p:cNvSpPr/>
            <p:nvPr/>
          </p:nvSpPr>
          <p:spPr>
            <a:xfrm>
              <a:off x="6003693" y="3917154"/>
              <a:ext cx="914400" cy="914400"/>
            </a:xfrm>
            <a:prstGeom prst="diamond">
              <a:avLst/>
            </a:prstGeom>
            <a:noFill/>
            <a:ln>
              <a:solidFill>
                <a:schemeClr val="tx1">
                  <a:lumMod val="50000"/>
                  <a:lumOff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350" dirty="0"/>
            </a:p>
          </p:txBody>
        </p:sp>
        <p:sp>
          <p:nvSpPr>
            <p:cNvPr id="29" name="部分円 28">
              <a:extLst>
                <a:ext uri="{FF2B5EF4-FFF2-40B4-BE49-F238E27FC236}">
                  <a16:creationId xmlns:a16="http://schemas.microsoft.com/office/drawing/2014/main" id="{A725470F-CFB4-53A6-6568-E0AEAAD23801}"/>
                </a:ext>
              </a:extLst>
            </p:cNvPr>
            <p:cNvSpPr/>
            <p:nvPr/>
          </p:nvSpPr>
          <p:spPr>
            <a:xfrm rot="10800000">
              <a:off x="6137768" y="4509757"/>
              <a:ext cx="650071" cy="651843"/>
            </a:xfrm>
            <a:prstGeom prst="pie">
              <a:avLst>
                <a:gd name="adj1" fmla="val 8998221"/>
                <a:gd name="adj2" fmla="val 1857598"/>
              </a:avLst>
            </a:prstGeom>
            <a:noFill/>
            <a:ln>
              <a:solidFill>
                <a:schemeClr val="bg1">
                  <a:lumMod val="10000"/>
                </a:schemeClr>
              </a:solidFill>
            </a:ln>
            <a:effectLst>
              <a:outerShdw blurRad="63500" sx="102000" sy="102000" algn="c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kumimoji="1" lang="ja-JP" altLang="en-US" sz="1350" dirty="0">
                <a:solidFill>
                  <a:srgbClr val="0070C0"/>
                </a:solidFill>
              </a:endParaRPr>
            </a:p>
          </p:txBody>
        </p:sp>
      </p:grpSp>
      <p:sp>
        <p:nvSpPr>
          <p:cNvPr id="30" name="正方形/長方形 29">
            <a:extLst>
              <a:ext uri="{FF2B5EF4-FFF2-40B4-BE49-F238E27FC236}">
                <a16:creationId xmlns:a16="http://schemas.microsoft.com/office/drawing/2014/main" id="{6895CF79-FF04-5B38-613A-E4C5E1985F85}"/>
              </a:ext>
            </a:extLst>
          </p:cNvPr>
          <p:cNvSpPr/>
          <p:nvPr/>
        </p:nvSpPr>
        <p:spPr>
          <a:xfrm>
            <a:off x="634370" y="3030823"/>
            <a:ext cx="4787873" cy="2813299"/>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350"/>
          </a:p>
        </p:txBody>
      </p:sp>
      <p:sp>
        <p:nvSpPr>
          <p:cNvPr id="39" name="フローチャート: 結合子 38">
            <a:extLst>
              <a:ext uri="{FF2B5EF4-FFF2-40B4-BE49-F238E27FC236}">
                <a16:creationId xmlns:a16="http://schemas.microsoft.com/office/drawing/2014/main" id="{75CE9F4B-77A7-B4EA-6992-9ECB8D86EBC2}"/>
              </a:ext>
            </a:extLst>
          </p:cNvPr>
          <p:cNvSpPr/>
          <p:nvPr/>
        </p:nvSpPr>
        <p:spPr>
          <a:xfrm>
            <a:off x="2925097" y="4643212"/>
            <a:ext cx="69073" cy="72955"/>
          </a:xfrm>
          <a:prstGeom prst="flowChartConnector">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350"/>
          </a:p>
        </p:txBody>
      </p:sp>
      <p:sp>
        <p:nvSpPr>
          <p:cNvPr id="41" name="正方形/長方形 40">
            <a:extLst>
              <a:ext uri="{FF2B5EF4-FFF2-40B4-BE49-F238E27FC236}">
                <a16:creationId xmlns:a16="http://schemas.microsoft.com/office/drawing/2014/main" id="{55FA693A-7D10-EDDA-CCCC-71C85FA87243}"/>
              </a:ext>
            </a:extLst>
          </p:cNvPr>
          <p:cNvSpPr/>
          <p:nvPr/>
        </p:nvSpPr>
        <p:spPr>
          <a:xfrm>
            <a:off x="3679296" y="4227146"/>
            <a:ext cx="228443" cy="203147"/>
          </a:xfrm>
          <a:prstGeom prst="rect">
            <a:avLst/>
          </a:prstGeom>
          <a:solidFill>
            <a:schemeClr val="bg1">
              <a:lumMod val="5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350"/>
          </a:p>
        </p:txBody>
      </p:sp>
      <p:sp>
        <p:nvSpPr>
          <p:cNvPr id="43" name="正方形/長方形 42">
            <a:extLst>
              <a:ext uri="{FF2B5EF4-FFF2-40B4-BE49-F238E27FC236}">
                <a16:creationId xmlns:a16="http://schemas.microsoft.com/office/drawing/2014/main" id="{F7B01392-FADF-24F3-6038-E0024926716A}"/>
              </a:ext>
            </a:extLst>
          </p:cNvPr>
          <p:cNvSpPr/>
          <p:nvPr/>
        </p:nvSpPr>
        <p:spPr>
          <a:xfrm>
            <a:off x="1092533" y="4863679"/>
            <a:ext cx="486652" cy="827798"/>
          </a:xfrm>
          <a:prstGeom prst="rect">
            <a:avLst/>
          </a:prstGeom>
          <a:solidFill>
            <a:schemeClr val="bg1">
              <a:lumMod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350"/>
          </a:p>
        </p:txBody>
      </p:sp>
      <p:sp>
        <p:nvSpPr>
          <p:cNvPr id="44" name="部分円 43">
            <a:extLst>
              <a:ext uri="{FF2B5EF4-FFF2-40B4-BE49-F238E27FC236}">
                <a16:creationId xmlns:a16="http://schemas.microsoft.com/office/drawing/2014/main" id="{9525C9CA-0229-9AE1-7C50-B0908ADD3C02}"/>
              </a:ext>
            </a:extLst>
          </p:cNvPr>
          <p:cNvSpPr/>
          <p:nvPr/>
        </p:nvSpPr>
        <p:spPr>
          <a:xfrm>
            <a:off x="168019" y="2586288"/>
            <a:ext cx="942932" cy="905063"/>
          </a:xfrm>
          <a:prstGeom prst="pie">
            <a:avLst>
              <a:gd name="adj1" fmla="val 0"/>
              <a:gd name="adj2" fmla="val 5433055"/>
            </a:avLst>
          </a:prstGeom>
          <a:solidFill>
            <a:schemeClr val="bg1">
              <a:lumMod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350">
              <a:solidFill>
                <a:schemeClr val="tx1"/>
              </a:solidFill>
            </a:endParaRPr>
          </a:p>
        </p:txBody>
      </p:sp>
      <p:grpSp>
        <p:nvGrpSpPr>
          <p:cNvPr id="3" name="グループ化 2">
            <a:extLst>
              <a:ext uri="{FF2B5EF4-FFF2-40B4-BE49-F238E27FC236}">
                <a16:creationId xmlns:a16="http://schemas.microsoft.com/office/drawing/2014/main" id="{8D5CA244-E5B6-823D-F55B-538333F7F57B}"/>
              </a:ext>
            </a:extLst>
          </p:cNvPr>
          <p:cNvGrpSpPr/>
          <p:nvPr/>
        </p:nvGrpSpPr>
        <p:grpSpPr>
          <a:xfrm>
            <a:off x="222843" y="2586285"/>
            <a:ext cx="5199400" cy="3257836"/>
            <a:chOff x="297122" y="1868644"/>
            <a:chExt cx="6932533" cy="4343781"/>
          </a:xfrm>
        </p:grpSpPr>
        <p:cxnSp>
          <p:nvCxnSpPr>
            <p:cNvPr id="57" name="直線コネクタ 56">
              <a:extLst>
                <a:ext uri="{FF2B5EF4-FFF2-40B4-BE49-F238E27FC236}">
                  <a16:creationId xmlns:a16="http://schemas.microsoft.com/office/drawing/2014/main" id="{9121E273-A8E8-187E-FBC1-65E1F712B72D}"/>
                </a:ext>
              </a:extLst>
            </p:cNvPr>
            <p:cNvCxnSpPr>
              <a:cxnSpLocks/>
            </p:cNvCxnSpPr>
            <p:nvPr/>
          </p:nvCxnSpPr>
          <p:spPr>
            <a:xfrm flipV="1">
              <a:off x="7229655" y="2461360"/>
              <a:ext cx="0" cy="165834"/>
            </a:xfrm>
            <a:prstGeom prst="line">
              <a:avLst/>
            </a:prstGeom>
            <a:ln w="38100">
              <a:solidFill>
                <a:srgbClr val="FF0000"/>
              </a:solidFill>
            </a:ln>
          </p:spPr>
          <p:style>
            <a:lnRef idx="2">
              <a:schemeClr val="accent1"/>
            </a:lnRef>
            <a:fillRef idx="0">
              <a:schemeClr val="accent1"/>
            </a:fillRef>
            <a:effectRef idx="1">
              <a:schemeClr val="accent1"/>
            </a:effectRef>
            <a:fontRef idx="minor">
              <a:schemeClr val="tx1"/>
            </a:fontRef>
          </p:style>
        </p:cxnSp>
        <p:grpSp>
          <p:nvGrpSpPr>
            <p:cNvPr id="102" name="グループ化 101">
              <a:extLst>
                <a:ext uri="{FF2B5EF4-FFF2-40B4-BE49-F238E27FC236}">
                  <a16:creationId xmlns:a16="http://schemas.microsoft.com/office/drawing/2014/main" id="{987D5ADA-FE85-BFE2-BEFE-EC0CE7818494}"/>
                </a:ext>
              </a:extLst>
            </p:cNvPr>
            <p:cNvGrpSpPr/>
            <p:nvPr/>
          </p:nvGrpSpPr>
          <p:grpSpPr>
            <a:xfrm>
              <a:off x="297122" y="1868644"/>
              <a:ext cx="6932533" cy="4343781"/>
              <a:chOff x="297122" y="1868644"/>
              <a:chExt cx="6932533" cy="4343781"/>
            </a:xfrm>
          </p:grpSpPr>
          <p:cxnSp>
            <p:nvCxnSpPr>
              <p:cNvPr id="46" name="直線コネクタ 45">
                <a:extLst>
                  <a:ext uri="{FF2B5EF4-FFF2-40B4-BE49-F238E27FC236}">
                    <a16:creationId xmlns:a16="http://schemas.microsoft.com/office/drawing/2014/main" id="{79670608-392D-BC9A-6CC9-0742971C198B}"/>
                  </a:ext>
                </a:extLst>
              </p:cNvPr>
              <p:cNvCxnSpPr>
                <a:cxnSpLocks/>
              </p:cNvCxnSpPr>
              <p:nvPr/>
            </p:nvCxnSpPr>
            <p:spPr>
              <a:xfrm>
                <a:off x="4905727" y="4056458"/>
                <a:ext cx="0" cy="270862"/>
              </a:xfrm>
              <a:prstGeom prst="line">
                <a:avLst/>
              </a:prstGeom>
              <a:ln w="38100">
                <a:solidFill>
                  <a:srgbClr val="FF0000"/>
                </a:solidFill>
              </a:ln>
            </p:spPr>
            <p:style>
              <a:lnRef idx="2">
                <a:schemeClr val="accent1"/>
              </a:lnRef>
              <a:fillRef idx="0">
                <a:schemeClr val="accent1"/>
              </a:fillRef>
              <a:effectRef idx="1">
                <a:schemeClr val="accent1"/>
              </a:effectRef>
              <a:fontRef idx="minor">
                <a:schemeClr val="tx1"/>
              </a:fontRef>
            </p:style>
          </p:cxnSp>
          <p:cxnSp>
            <p:nvCxnSpPr>
              <p:cNvPr id="48" name="直線コネクタ 47">
                <a:extLst>
                  <a:ext uri="{FF2B5EF4-FFF2-40B4-BE49-F238E27FC236}">
                    <a16:creationId xmlns:a16="http://schemas.microsoft.com/office/drawing/2014/main" id="{4A581B38-DABB-D5B4-8325-E97D1B922FBE}"/>
                  </a:ext>
                </a:extLst>
              </p:cNvPr>
              <p:cNvCxnSpPr>
                <a:cxnSpLocks/>
              </p:cNvCxnSpPr>
              <p:nvPr/>
            </p:nvCxnSpPr>
            <p:spPr>
              <a:xfrm>
                <a:off x="4905727" y="4327320"/>
                <a:ext cx="304590" cy="0"/>
              </a:xfrm>
              <a:prstGeom prst="line">
                <a:avLst/>
              </a:prstGeom>
              <a:ln w="38100">
                <a:solidFill>
                  <a:srgbClr val="FF0000"/>
                </a:solidFill>
              </a:ln>
            </p:spPr>
            <p:style>
              <a:lnRef idx="2">
                <a:schemeClr val="accent1"/>
              </a:lnRef>
              <a:fillRef idx="0">
                <a:schemeClr val="accent1"/>
              </a:fillRef>
              <a:effectRef idx="1">
                <a:schemeClr val="accent1"/>
              </a:effectRef>
              <a:fontRef idx="minor">
                <a:schemeClr val="tx1"/>
              </a:fontRef>
            </p:style>
          </p:cxnSp>
          <p:cxnSp>
            <p:nvCxnSpPr>
              <p:cNvPr id="52" name="直線コネクタ 51">
                <a:extLst>
                  <a:ext uri="{FF2B5EF4-FFF2-40B4-BE49-F238E27FC236}">
                    <a16:creationId xmlns:a16="http://schemas.microsoft.com/office/drawing/2014/main" id="{2C5D5006-A175-7E49-DADE-A136841D0049}"/>
                  </a:ext>
                </a:extLst>
              </p:cNvPr>
              <p:cNvCxnSpPr>
                <a:cxnSpLocks/>
              </p:cNvCxnSpPr>
              <p:nvPr/>
            </p:nvCxnSpPr>
            <p:spPr>
              <a:xfrm flipV="1">
                <a:off x="4905727" y="2627194"/>
                <a:ext cx="2323928" cy="1429264"/>
              </a:xfrm>
              <a:prstGeom prst="line">
                <a:avLst/>
              </a:prstGeom>
              <a:ln w="38100">
                <a:solidFill>
                  <a:srgbClr val="FF0000"/>
                </a:solidFill>
                <a:prstDash val="sysDot"/>
              </a:ln>
            </p:spPr>
            <p:style>
              <a:lnRef idx="2">
                <a:schemeClr val="accent1"/>
              </a:lnRef>
              <a:fillRef idx="0">
                <a:schemeClr val="accent1"/>
              </a:fillRef>
              <a:effectRef idx="1">
                <a:schemeClr val="accent1"/>
              </a:effectRef>
              <a:fontRef idx="minor">
                <a:schemeClr val="tx1"/>
              </a:fontRef>
            </p:style>
          </p:cxnSp>
          <p:cxnSp>
            <p:nvCxnSpPr>
              <p:cNvPr id="61" name="直線コネクタ 60">
                <a:extLst>
                  <a:ext uri="{FF2B5EF4-FFF2-40B4-BE49-F238E27FC236}">
                    <a16:creationId xmlns:a16="http://schemas.microsoft.com/office/drawing/2014/main" id="{A05DE696-CB0F-5118-2D86-60ECB53E2F94}"/>
                  </a:ext>
                </a:extLst>
              </p:cNvPr>
              <p:cNvCxnSpPr>
                <a:cxnSpLocks/>
              </p:cNvCxnSpPr>
              <p:nvPr/>
            </p:nvCxnSpPr>
            <p:spPr>
              <a:xfrm flipV="1">
                <a:off x="5210317" y="3725839"/>
                <a:ext cx="2019338" cy="601481"/>
              </a:xfrm>
              <a:prstGeom prst="line">
                <a:avLst/>
              </a:prstGeom>
              <a:ln w="38100">
                <a:solidFill>
                  <a:srgbClr val="FF0000"/>
                </a:solidFill>
                <a:prstDash val="sysDot"/>
              </a:ln>
            </p:spPr>
            <p:style>
              <a:lnRef idx="2">
                <a:schemeClr val="accent1"/>
              </a:lnRef>
              <a:fillRef idx="0">
                <a:schemeClr val="accent1"/>
              </a:fillRef>
              <a:effectRef idx="1">
                <a:schemeClr val="accent1"/>
              </a:effectRef>
              <a:fontRef idx="minor">
                <a:schemeClr val="tx1"/>
              </a:fontRef>
            </p:style>
          </p:cxnSp>
          <p:cxnSp>
            <p:nvCxnSpPr>
              <p:cNvPr id="65" name="直線コネクタ 64">
                <a:extLst>
                  <a:ext uri="{FF2B5EF4-FFF2-40B4-BE49-F238E27FC236}">
                    <a16:creationId xmlns:a16="http://schemas.microsoft.com/office/drawing/2014/main" id="{076962B8-C07F-34AA-E099-5FE8F4A22C6D}"/>
                  </a:ext>
                </a:extLst>
              </p:cNvPr>
              <p:cNvCxnSpPr>
                <a:cxnSpLocks/>
              </p:cNvCxnSpPr>
              <p:nvPr/>
            </p:nvCxnSpPr>
            <p:spPr>
              <a:xfrm flipH="1">
                <a:off x="845825" y="4905170"/>
                <a:ext cx="610884" cy="58100"/>
              </a:xfrm>
              <a:prstGeom prst="line">
                <a:avLst/>
              </a:prstGeom>
              <a:ln w="38100">
                <a:solidFill>
                  <a:srgbClr val="FF0000"/>
                </a:solidFill>
                <a:prstDash val="sysDot"/>
              </a:ln>
            </p:spPr>
            <p:style>
              <a:lnRef idx="2">
                <a:schemeClr val="accent1"/>
              </a:lnRef>
              <a:fillRef idx="0">
                <a:schemeClr val="accent1"/>
              </a:fillRef>
              <a:effectRef idx="1">
                <a:schemeClr val="accent1"/>
              </a:effectRef>
              <a:fontRef idx="minor">
                <a:schemeClr val="tx1"/>
              </a:fontRef>
            </p:style>
          </p:cxnSp>
          <p:cxnSp>
            <p:nvCxnSpPr>
              <p:cNvPr id="69" name="直線コネクタ 68">
                <a:extLst>
                  <a:ext uri="{FF2B5EF4-FFF2-40B4-BE49-F238E27FC236}">
                    <a16:creationId xmlns:a16="http://schemas.microsoft.com/office/drawing/2014/main" id="{C001C7DE-A7A8-A1CA-6D65-A9D0F9AFB477}"/>
                  </a:ext>
                </a:extLst>
              </p:cNvPr>
              <p:cNvCxnSpPr>
                <a:cxnSpLocks/>
              </p:cNvCxnSpPr>
              <p:nvPr/>
            </p:nvCxnSpPr>
            <p:spPr>
              <a:xfrm flipH="1">
                <a:off x="1880263" y="6008900"/>
                <a:ext cx="225315" cy="191875"/>
              </a:xfrm>
              <a:prstGeom prst="line">
                <a:avLst/>
              </a:prstGeom>
              <a:ln w="38100">
                <a:solidFill>
                  <a:srgbClr val="FF0000"/>
                </a:solidFill>
                <a:prstDash val="sysDot"/>
              </a:ln>
            </p:spPr>
            <p:style>
              <a:lnRef idx="2">
                <a:schemeClr val="accent1"/>
              </a:lnRef>
              <a:fillRef idx="0">
                <a:schemeClr val="accent1"/>
              </a:fillRef>
              <a:effectRef idx="1">
                <a:schemeClr val="accent1"/>
              </a:effectRef>
              <a:fontRef idx="minor">
                <a:schemeClr val="tx1"/>
              </a:fontRef>
            </p:style>
          </p:cxnSp>
          <p:cxnSp>
            <p:nvCxnSpPr>
              <p:cNvPr id="76" name="直線コネクタ 75">
                <a:extLst>
                  <a:ext uri="{FF2B5EF4-FFF2-40B4-BE49-F238E27FC236}">
                    <a16:creationId xmlns:a16="http://schemas.microsoft.com/office/drawing/2014/main" id="{3F589FA2-84F0-8D2A-0C68-DDD7A4B73068}"/>
                  </a:ext>
                </a:extLst>
              </p:cNvPr>
              <p:cNvCxnSpPr>
                <a:cxnSpLocks/>
                <a:stCxn id="89" idx="2"/>
              </p:cNvCxnSpPr>
              <p:nvPr/>
            </p:nvCxnSpPr>
            <p:spPr>
              <a:xfrm>
                <a:off x="843421" y="3073471"/>
                <a:ext cx="0" cy="1831699"/>
              </a:xfrm>
              <a:prstGeom prst="line">
                <a:avLst/>
              </a:prstGeom>
              <a:ln w="38100">
                <a:solidFill>
                  <a:srgbClr val="FF0000"/>
                </a:solidFill>
              </a:ln>
            </p:spPr>
            <p:style>
              <a:lnRef idx="2">
                <a:schemeClr val="accent1"/>
              </a:lnRef>
              <a:fillRef idx="0">
                <a:schemeClr val="accent1"/>
              </a:fillRef>
              <a:effectRef idx="1">
                <a:schemeClr val="accent1"/>
              </a:effectRef>
              <a:fontRef idx="minor">
                <a:schemeClr val="tx1"/>
              </a:fontRef>
            </p:style>
          </p:cxnSp>
          <p:cxnSp>
            <p:nvCxnSpPr>
              <p:cNvPr id="80" name="直線コネクタ 79">
                <a:extLst>
                  <a:ext uri="{FF2B5EF4-FFF2-40B4-BE49-F238E27FC236}">
                    <a16:creationId xmlns:a16="http://schemas.microsoft.com/office/drawing/2014/main" id="{B80FC210-DCC4-AE05-4607-A83D6A99D08C}"/>
                  </a:ext>
                </a:extLst>
              </p:cNvPr>
              <p:cNvCxnSpPr>
                <a:cxnSpLocks/>
              </p:cNvCxnSpPr>
              <p:nvPr/>
            </p:nvCxnSpPr>
            <p:spPr>
              <a:xfrm>
                <a:off x="1456709" y="4905170"/>
                <a:ext cx="648869" cy="0"/>
              </a:xfrm>
              <a:prstGeom prst="line">
                <a:avLst/>
              </a:prstGeom>
              <a:ln w="38100">
                <a:solidFill>
                  <a:srgbClr val="FF0000"/>
                </a:solidFill>
              </a:ln>
            </p:spPr>
            <p:style>
              <a:lnRef idx="2">
                <a:schemeClr val="accent1"/>
              </a:lnRef>
              <a:fillRef idx="0">
                <a:schemeClr val="accent1"/>
              </a:fillRef>
              <a:effectRef idx="1">
                <a:schemeClr val="accent1"/>
              </a:effectRef>
              <a:fontRef idx="minor">
                <a:schemeClr val="tx1"/>
              </a:fontRef>
            </p:style>
          </p:cxnSp>
          <p:cxnSp>
            <p:nvCxnSpPr>
              <p:cNvPr id="83" name="直線コネクタ 82">
                <a:extLst>
                  <a:ext uri="{FF2B5EF4-FFF2-40B4-BE49-F238E27FC236}">
                    <a16:creationId xmlns:a16="http://schemas.microsoft.com/office/drawing/2014/main" id="{276F27C2-06B0-9828-5626-1416533D6465}"/>
                  </a:ext>
                </a:extLst>
              </p:cNvPr>
              <p:cNvCxnSpPr>
                <a:cxnSpLocks/>
              </p:cNvCxnSpPr>
              <p:nvPr/>
            </p:nvCxnSpPr>
            <p:spPr>
              <a:xfrm>
                <a:off x="2105578" y="4905170"/>
                <a:ext cx="0" cy="1103730"/>
              </a:xfrm>
              <a:prstGeom prst="line">
                <a:avLst/>
              </a:prstGeom>
              <a:ln w="38100">
                <a:solidFill>
                  <a:srgbClr val="FF0000"/>
                </a:solidFill>
              </a:ln>
            </p:spPr>
            <p:style>
              <a:lnRef idx="2">
                <a:schemeClr val="accent1"/>
              </a:lnRef>
              <a:fillRef idx="0">
                <a:schemeClr val="accent1"/>
              </a:fillRef>
              <a:effectRef idx="1">
                <a:schemeClr val="accent1"/>
              </a:effectRef>
              <a:fontRef idx="minor">
                <a:schemeClr val="tx1"/>
              </a:fontRef>
            </p:style>
          </p:cxnSp>
          <p:cxnSp>
            <p:nvCxnSpPr>
              <p:cNvPr id="86" name="直線コネクタ 85">
                <a:extLst>
                  <a:ext uri="{FF2B5EF4-FFF2-40B4-BE49-F238E27FC236}">
                    <a16:creationId xmlns:a16="http://schemas.microsoft.com/office/drawing/2014/main" id="{698C5B6D-E4F9-DDCA-12B2-406782CC7B3A}"/>
                  </a:ext>
                </a:extLst>
              </p:cNvPr>
              <p:cNvCxnSpPr>
                <a:cxnSpLocks/>
              </p:cNvCxnSpPr>
              <p:nvPr/>
            </p:nvCxnSpPr>
            <p:spPr>
              <a:xfrm>
                <a:off x="1481266" y="2461360"/>
                <a:ext cx="5748389" cy="0"/>
              </a:xfrm>
              <a:prstGeom prst="line">
                <a:avLst/>
              </a:prstGeom>
              <a:ln w="38100">
                <a:solidFill>
                  <a:srgbClr val="FF0000"/>
                </a:solidFill>
              </a:ln>
            </p:spPr>
            <p:style>
              <a:lnRef idx="2">
                <a:schemeClr val="accent1"/>
              </a:lnRef>
              <a:fillRef idx="0">
                <a:schemeClr val="accent1"/>
              </a:fillRef>
              <a:effectRef idx="1">
                <a:schemeClr val="accent1"/>
              </a:effectRef>
              <a:fontRef idx="minor">
                <a:schemeClr val="tx1"/>
              </a:fontRef>
            </p:style>
          </p:cxnSp>
          <p:sp>
            <p:nvSpPr>
              <p:cNvPr id="89" name="円弧 88">
                <a:extLst>
                  <a:ext uri="{FF2B5EF4-FFF2-40B4-BE49-F238E27FC236}">
                    <a16:creationId xmlns:a16="http://schemas.microsoft.com/office/drawing/2014/main" id="{D076317D-32A4-7E08-63AD-D061F0976BF3}"/>
                  </a:ext>
                </a:extLst>
              </p:cNvPr>
              <p:cNvSpPr/>
              <p:nvPr/>
            </p:nvSpPr>
            <p:spPr>
              <a:xfrm>
                <a:off x="297122" y="1868644"/>
                <a:ext cx="1187349" cy="1206751"/>
              </a:xfrm>
              <a:prstGeom prst="arc">
                <a:avLst>
                  <a:gd name="adj1" fmla="val 22615"/>
                  <a:gd name="adj2" fmla="val 5670230"/>
                </a:avLst>
              </a:prstGeom>
              <a:ln w="38100">
                <a:solidFill>
                  <a:srgbClr val="FF0000"/>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kumimoji="1" lang="ja-JP" altLang="en-US" sz="1350"/>
              </a:p>
            </p:txBody>
          </p:sp>
          <p:cxnSp>
            <p:nvCxnSpPr>
              <p:cNvPr id="90" name="直線コネクタ 89">
                <a:extLst>
                  <a:ext uri="{FF2B5EF4-FFF2-40B4-BE49-F238E27FC236}">
                    <a16:creationId xmlns:a16="http://schemas.microsoft.com/office/drawing/2014/main" id="{7378B30D-A342-A8D6-4642-D45722758483}"/>
                  </a:ext>
                </a:extLst>
              </p:cNvPr>
              <p:cNvCxnSpPr>
                <a:cxnSpLocks/>
              </p:cNvCxnSpPr>
              <p:nvPr/>
            </p:nvCxnSpPr>
            <p:spPr>
              <a:xfrm flipH="1">
                <a:off x="7226450" y="3725839"/>
                <a:ext cx="3205" cy="2474936"/>
              </a:xfrm>
              <a:prstGeom prst="line">
                <a:avLst/>
              </a:prstGeom>
              <a:ln w="38100">
                <a:solidFill>
                  <a:srgbClr val="FF0000"/>
                </a:solidFill>
              </a:ln>
            </p:spPr>
            <p:style>
              <a:lnRef idx="2">
                <a:schemeClr val="accent1"/>
              </a:lnRef>
              <a:fillRef idx="0">
                <a:schemeClr val="accent1"/>
              </a:fillRef>
              <a:effectRef idx="1">
                <a:schemeClr val="accent1"/>
              </a:effectRef>
              <a:fontRef idx="minor">
                <a:schemeClr val="tx1"/>
              </a:fontRef>
            </p:style>
          </p:cxnSp>
          <p:cxnSp>
            <p:nvCxnSpPr>
              <p:cNvPr id="93" name="直線コネクタ 92">
                <a:extLst>
                  <a:ext uri="{FF2B5EF4-FFF2-40B4-BE49-F238E27FC236}">
                    <a16:creationId xmlns:a16="http://schemas.microsoft.com/office/drawing/2014/main" id="{BCC729F2-F576-0C0A-D8B2-A77E3BD21140}"/>
                  </a:ext>
                </a:extLst>
              </p:cNvPr>
              <p:cNvCxnSpPr>
                <a:cxnSpLocks/>
              </p:cNvCxnSpPr>
              <p:nvPr/>
            </p:nvCxnSpPr>
            <p:spPr>
              <a:xfrm>
                <a:off x="1880263" y="6212425"/>
                <a:ext cx="5346187" cy="0"/>
              </a:xfrm>
              <a:prstGeom prst="line">
                <a:avLst/>
              </a:prstGeom>
              <a:ln w="38100">
                <a:solidFill>
                  <a:srgbClr val="FF0000"/>
                </a:solidFill>
              </a:ln>
            </p:spPr>
            <p:style>
              <a:lnRef idx="2">
                <a:schemeClr val="accent1"/>
              </a:lnRef>
              <a:fillRef idx="0">
                <a:schemeClr val="accent1"/>
              </a:fillRef>
              <a:effectRef idx="1">
                <a:schemeClr val="accent1"/>
              </a:effectRef>
              <a:fontRef idx="minor">
                <a:schemeClr val="tx1"/>
              </a:fontRef>
            </p:style>
          </p:cxnSp>
        </p:grpSp>
      </p:grpSp>
      <p:sp>
        <p:nvSpPr>
          <p:cNvPr id="96" name="テキスト ボックス 95">
            <a:extLst>
              <a:ext uri="{FF2B5EF4-FFF2-40B4-BE49-F238E27FC236}">
                <a16:creationId xmlns:a16="http://schemas.microsoft.com/office/drawing/2014/main" id="{1758DA5A-C2C4-F6C9-7878-3BF868376151}"/>
              </a:ext>
            </a:extLst>
          </p:cNvPr>
          <p:cNvSpPr txBox="1"/>
          <p:nvPr/>
        </p:nvSpPr>
        <p:spPr>
          <a:xfrm>
            <a:off x="3397384" y="4863679"/>
            <a:ext cx="877163" cy="369332"/>
          </a:xfrm>
          <a:prstGeom prst="rect">
            <a:avLst/>
          </a:prstGeom>
          <a:noFill/>
        </p:spPr>
        <p:txBody>
          <a:bodyPr wrap="none" rtlCol="0">
            <a:spAutoFit/>
          </a:bodyPr>
          <a:lstStyle/>
          <a:p>
            <a:r>
              <a:rPr kumimoji="1" lang="ja-JP" altLang="en-US" dirty="0">
                <a:solidFill>
                  <a:srgbClr val="FF0000"/>
                </a:solidFill>
              </a:rPr>
              <a:t>仮想点</a:t>
            </a:r>
          </a:p>
        </p:txBody>
      </p:sp>
      <p:cxnSp>
        <p:nvCxnSpPr>
          <p:cNvPr id="98" name="直線矢印コネクタ 97">
            <a:extLst>
              <a:ext uri="{FF2B5EF4-FFF2-40B4-BE49-F238E27FC236}">
                <a16:creationId xmlns:a16="http://schemas.microsoft.com/office/drawing/2014/main" id="{59B944C6-5F70-0D46-D996-6F544F30CBCC}"/>
              </a:ext>
            </a:extLst>
          </p:cNvPr>
          <p:cNvCxnSpPr>
            <a:cxnSpLocks/>
            <a:stCxn id="96" idx="1"/>
            <a:endCxn id="39" idx="5"/>
          </p:cNvCxnSpPr>
          <p:nvPr/>
        </p:nvCxnSpPr>
        <p:spPr>
          <a:xfrm flipH="1" flipV="1">
            <a:off x="2984054" y="4705483"/>
            <a:ext cx="413330" cy="342862"/>
          </a:xfrm>
          <a:prstGeom prst="straightConnector1">
            <a:avLst/>
          </a:prstGeom>
          <a:ln>
            <a:solidFill>
              <a:srgbClr val="FF0000"/>
            </a:solidFill>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70452142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9"/>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96"/>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9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9" grpId="0" animBg="1"/>
      <p:bldP spid="96"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891EB1-56B5-C8DA-60AA-45D0A90892E9}"/>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79366325-1718-8FD5-4198-BC52B5687B09}"/>
              </a:ext>
            </a:extLst>
          </p:cNvPr>
          <p:cNvSpPr>
            <a:spLocks noGrp="1"/>
          </p:cNvSpPr>
          <p:nvPr>
            <p:ph type="title"/>
          </p:nvPr>
        </p:nvSpPr>
        <p:spPr/>
        <p:txBody>
          <a:bodyPr>
            <a:normAutofit/>
          </a:bodyPr>
          <a:lstStyle/>
          <a:p>
            <a:r>
              <a:rPr lang="ja-JP" altLang="en-US" dirty="0"/>
              <a:t>カラー画像を深さ画像に変換４</a:t>
            </a:r>
            <a:endParaRPr kumimoji="1" lang="ja-JP" altLang="en-US" dirty="0"/>
          </a:p>
        </p:txBody>
      </p:sp>
      <p:sp>
        <p:nvSpPr>
          <p:cNvPr id="14" name="コンテンツ プレースホルダー 13">
            <a:extLst>
              <a:ext uri="{FF2B5EF4-FFF2-40B4-BE49-F238E27FC236}">
                <a16:creationId xmlns:a16="http://schemas.microsoft.com/office/drawing/2014/main" id="{BB2EFB1B-F919-B493-B319-49190FCFB3C7}"/>
              </a:ext>
            </a:extLst>
          </p:cNvPr>
          <p:cNvSpPr>
            <a:spLocks noGrp="1"/>
          </p:cNvSpPr>
          <p:nvPr>
            <p:ph idx="4294967295"/>
          </p:nvPr>
        </p:nvSpPr>
        <p:spPr>
          <a:xfrm>
            <a:off x="628650" y="1412874"/>
            <a:ext cx="7886700" cy="5079999"/>
          </a:xfrm>
        </p:spPr>
        <p:txBody>
          <a:bodyPr/>
          <a:lstStyle/>
          <a:p>
            <a:pPr marL="0" indent="0">
              <a:buNone/>
            </a:pPr>
            <a:r>
              <a:rPr lang="ja-JP" altLang="en-US" dirty="0"/>
              <a:t>仮想点から見えているが深度情報を</a:t>
            </a:r>
            <a:br>
              <a:rPr lang="en-US" altLang="ja-JP" dirty="0"/>
            </a:br>
            <a:r>
              <a:rPr lang="ja-JP" altLang="en-US" dirty="0"/>
              <a:t>取れていない点が存在する</a:t>
            </a:r>
          </a:p>
        </p:txBody>
      </p:sp>
      <p:sp>
        <p:nvSpPr>
          <p:cNvPr id="4" name="スライド番号プレースホルダー 3">
            <a:extLst>
              <a:ext uri="{FF2B5EF4-FFF2-40B4-BE49-F238E27FC236}">
                <a16:creationId xmlns:a16="http://schemas.microsoft.com/office/drawing/2014/main" id="{259D8930-9BF7-7D80-979A-F164855FDC15}"/>
              </a:ext>
            </a:extLst>
          </p:cNvPr>
          <p:cNvSpPr>
            <a:spLocks noGrp="1"/>
          </p:cNvSpPr>
          <p:nvPr>
            <p:ph type="sldNum" sz="quarter" idx="12"/>
          </p:nvPr>
        </p:nvSpPr>
        <p:spPr>
          <a:xfrm>
            <a:off x="7029450" y="361948"/>
            <a:ext cx="2057400" cy="365125"/>
          </a:xfrm>
        </p:spPr>
        <p:txBody>
          <a:bodyPr/>
          <a:lstStyle/>
          <a:p>
            <a:fld id="{36CC8B87-28FD-40C1-8BEA-A488324BDA2F}" type="slidenum">
              <a:rPr kumimoji="1" lang="ja-JP" altLang="en-US" smtClean="0"/>
              <a:t>12</a:t>
            </a:fld>
            <a:endParaRPr kumimoji="1" lang="ja-JP" altLang="en-US" dirty="0"/>
          </a:p>
        </p:txBody>
      </p:sp>
      <p:grpSp>
        <p:nvGrpSpPr>
          <p:cNvPr id="16" name="グループ化 15">
            <a:extLst>
              <a:ext uri="{FF2B5EF4-FFF2-40B4-BE49-F238E27FC236}">
                <a16:creationId xmlns:a16="http://schemas.microsoft.com/office/drawing/2014/main" id="{77DEA44C-A412-FC53-79F2-303CAD561FCE}"/>
              </a:ext>
            </a:extLst>
          </p:cNvPr>
          <p:cNvGrpSpPr/>
          <p:nvPr/>
        </p:nvGrpSpPr>
        <p:grpSpPr>
          <a:xfrm>
            <a:off x="2389288" y="4083170"/>
            <a:ext cx="1137062" cy="1163209"/>
            <a:chOff x="5664122" y="3576219"/>
            <a:chExt cx="1586716" cy="1585381"/>
          </a:xfrm>
        </p:grpSpPr>
        <p:sp>
          <p:nvSpPr>
            <p:cNvPr id="18" name="部分円 17">
              <a:extLst>
                <a:ext uri="{FF2B5EF4-FFF2-40B4-BE49-F238E27FC236}">
                  <a16:creationId xmlns:a16="http://schemas.microsoft.com/office/drawing/2014/main" id="{CDFB7D19-5068-D7C5-3EB0-9333859B8A28}"/>
                </a:ext>
              </a:extLst>
            </p:cNvPr>
            <p:cNvSpPr/>
            <p:nvPr/>
          </p:nvSpPr>
          <p:spPr>
            <a:xfrm rot="21447112">
              <a:off x="6135858" y="3576219"/>
              <a:ext cx="650069" cy="651843"/>
            </a:xfrm>
            <a:prstGeom prst="pie">
              <a:avLst>
                <a:gd name="adj1" fmla="val 8998221"/>
                <a:gd name="adj2" fmla="val 1857598"/>
              </a:avLst>
            </a:prstGeom>
            <a:noFill/>
            <a:ln>
              <a:solidFill>
                <a:schemeClr val="tx1"/>
              </a:solidFill>
            </a:ln>
            <a:effectLst>
              <a:outerShdw blurRad="63500" sx="102000" sy="102000" algn="c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kumimoji="1" lang="ja-JP" altLang="en-US" sz="1350" dirty="0">
                <a:solidFill>
                  <a:srgbClr val="0070C0"/>
                </a:solidFill>
              </a:endParaRPr>
            </a:p>
          </p:txBody>
        </p:sp>
        <p:sp>
          <p:nvSpPr>
            <p:cNvPr id="19" name="部分円 18">
              <a:extLst>
                <a:ext uri="{FF2B5EF4-FFF2-40B4-BE49-F238E27FC236}">
                  <a16:creationId xmlns:a16="http://schemas.microsoft.com/office/drawing/2014/main" id="{12263303-855E-9FDA-7A83-5E8C5E845339}"/>
                </a:ext>
              </a:extLst>
            </p:cNvPr>
            <p:cNvSpPr/>
            <p:nvPr/>
          </p:nvSpPr>
          <p:spPr>
            <a:xfrm rot="5400000">
              <a:off x="6599882" y="4048432"/>
              <a:ext cx="650069" cy="651843"/>
            </a:xfrm>
            <a:prstGeom prst="pie">
              <a:avLst>
                <a:gd name="adj1" fmla="val 8998221"/>
                <a:gd name="adj2" fmla="val 1857598"/>
              </a:avLst>
            </a:prstGeom>
            <a:noFill/>
            <a:ln>
              <a:solidFill>
                <a:schemeClr val="bg1">
                  <a:lumMod val="10000"/>
                </a:schemeClr>
              </a:solidFill>
            </a:ln>
            <a:effectLst>
              <a:outerShdw blurRad="63500" sx="102000" sy="102000" algn="c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kumimoji="1" lang="ja-JP" altLang="en-US" sz="1350" dirty="0">
                <a:solidFill>
                  <a:srgbClr val="0070C0"/>
                </a:solidFill>
              </a:endParaRPr>
            </a:p>
          </p:txBody>
        </p:sp>
        <p:sp>
          <p:nvSpPr>
            <p:cNvPr id="20" name="部分円 19">
              <a:extLst>
                <a:ext uri="{FF2B5EF4-FFF2-40B4-BE49-F238E27FC236}">
                  <a16:creationId xmlns:a16="http://schemas.microsoft.com/office/drawing/2014/main" id="{4069EBDC-37A2-CA9F-1E6E-6B914B8F4D29}"/>
                </a:ext>
              </a:extLst>
            </p:cNvPr>
            <p:cNvSpPr/>
            <p:nvPr/>
          </p:nvSpPr>
          <p:spPr>
            <a:xfrm rot="16200000">
              <a:off x="5665009" y="4048432"/>
              <a:ext cx="650069" cy="651843"/>
            </a:xfrm>
            <a:prstGeom prst="pie">
              <a:avLst>
                <a:gd name="adj1" fmla="val 8998221"/>
                <a:gd name="adj2" fmla="val 1857598"/>
              </a:avLst>
            </a:prstGeom>
            <a:noFill/>
            <a:ln>
              <a:solidFill>
                <a:schemeClr val="bg1">
                  <a:lumMod val="10000"/>
                </a:schemeClr>
              </a:solidFill>
            </a:ln>
            <a:effectLst>
              <a:outerShdw blurRad="63500" sx="102000" sy="102000" algn="c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kumimoji="1" lang="ja-JP" altLang="en-US" sz="1350" dirty="0">
                <a:solidFill>
                  <a:srgbClr val="0070C0"/>
                </a:solidFill>
              </a:endParaRPr>
            </a:p>
          </p:txBody>
        </p:sp>
        <p:sp>
          <p:nvSpPr>
            <p:cNvPr id="21" name="ひし形 20">
              <a:extLst>
                <a:ext uri="{FF2B5EF4-FFF2-40B4-BE49-F238E27FC236}">
                  <a16:creationId xmlns:a16="http://schemas.microsoft.com/office/drawing/2014/main" id="{6A4F3862-1358-AB66-ED08-87B5C0FC3F2F}"/>
                </a:ext>
              </a:extLst>
            </p:cNvPr>
            <p:cNvSpPr/>
            <p:nvPr/>
          </p:nvSpPr>
          <p:spPr>
            <a:xfrm>
              <a:off x="6003693" y="3917154"/>
              <a:ext cx="914400" cy="914400"/>
            </a:xfrm>
            <a:prstGeom prst="diamond">
              <a:avLst/>
            </a:prstGeom>
            <a:noFill/>
            <a:ln>
              <a:solidFill>
                <a:schemeClr val="tx1">
                  <a:lumMod val="50000"/>
                  <a:lumOff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350" dirty="0"/>
            </a:p>
          </p:txBody>
        </p:sp>
        <p:sp>
          <p:nvSpPr>
            <p:cNvPr id="29" name="部分円 28">
              <a:extLst>
                <a:ext uri="{FF2B5EF4-FFF2-40B4-BE49-F238E27FC236}">
                  <a16:creationId xmlns:a16="http://schemas.microsoft.com/office/drawing/2014/main" id="{B7E97EA7-3FF4-2405-AEA1-C0095B7BBD7A}"/>
                </a:ext>
              </a:extLst>
            </p:cNvPr>
            <p:cNvSpPr/>
            <p:nvPr/>
          </p:nvSpPr>
          <p:spPr>
            <a:xfrm rot="10800000">
              <a:off x="6137768" y="4509757"/>
              <a:ext cx="650071" cy="651843"/>
            </a:xfrm>
            <a:prstGeom prst="pie">
              <a:avLst>
                <a:gd name="adj1" fmla="val 8998221"/>
                <a:gd name="adj2" fmla="val 1857598"/>
              </a:avLst>
            </a:prstGeom>
            <a:noFill/>
            <a:ln>
              <a:solidFill>
                <a:schemeClr val="bg1">
                  <a:lumMod val="10000"/>
                </a:schemeClr>
              </a:solidFill>
            </a:ln>
            <a:effectLst>
              <a:outerShdw blurRad="63500" sx="102000" sy="102000" algn="c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kumimoji="1" lang="ja-JP" altLang="en-US" sz="1350" dirty="0">
                <a:solidFill>
                  <a:srgbClr val="0070C0"/>
                </a:solidFill>
              </a:endParaRPr>
            </a:p>
          </p:txBody>
        </p:sp>
      </p:grpSp>
      <p:sp>
        <p:nvSpPr>
          <p:cNvPr id="30" name="正方形/長方形 29">
            <a:extLst>
              <a:ext uri="{FF2B5EF4-FFF2-40B4-BE49-F238E27FC236}">
                <a16:creationId xmlns:a16="http://schemas.microsoft.com/office/drawing/2014/main" id="{CBC62D2D-DA08-6F2A-2C39-91E8A70B8DC3}"/>
              </a:ext>
            </a:extLst>
          </p:cNvPr>
          <p:cNvSpPr/>
          <p:nvPr/>
        </p:nvSpPr>
        <p:spPr>
          <a:xfrm>
            <a:off x="634370" y="3030815"/>
            <a:ext cx="4787873" cy="2813299"/>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350"/>
          </a:p>
        </p:txBody>
      </p:sp>
      <p:sp>
        <p:nvSpPr>
          <p:cNvPr id="39" name="フローチャート: 結合子 38">
            <a:extLst>
              <a:ext uri="{FF2B5EF4-FFF2-40B4-BE49-F238E27FC236}">
                <a16:creationId xmlns:a16="http://schemas.microsoft.com/office/drawing/2014/main" id="{E47B6D36-8943-912D-9B95-B2607BFE6439}"/>
              </a:ext>
            </a:extLst>
          </p:cNvPr>
          <p:cNvSpPr/>
          <p:nvPr/>
        </p:nvSpPr>
        <p:spPr>
          <a:xfrm>
            <a:off x="2925097" y="4643204"/>
            <a:ext cx="69073" cy="72955"/>
          </a:xfrm>
          <a:prstGeom prst="flowChartConnector">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350"/>
          </a:p>
        </p:txBody>
      </p:sp>
      <p:sp>
        <p:nvSpPr>
          <p:cNvPr id="41" name="正方形/長方形 40">
            <a:extLst>
              <a:ext uri="{FF2B5EF4-FFF2-40B4-BE49-F238E27FC236}">
                <a16:creationId xmlns:a16="http://schemas.microsoft.com/office/drawing/2014/main" id="{CF5851EE-3DBD-B659-31C2-ACA88993802D}"/>
              </a:ext>
            </a:extLst>
          </p:cNvPr>
          <p:cNvSpPr/>
          <p:nvPr/>
        </p:nvSpPr>
        <p:spPr>
          <a:xfrm>
            <a:off x="3679296" y="4227138"/>
            <a:ext cx="228443" cy="203147"/>
          </a:xfrm>
          <a:prstGeom prst="rect">
            <a:avLst/>
          </a:prstGeom>
          <a:solidFill>
            <a:schemeClr val="bg1">
              <a:lumMod val="5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350"/>
          </a:p>
        </p:txBody>
      </p:sp>
      <p:sp>
        <p:nvSpPr>
          <p:cNvPr id="43" name="正方形/長方形 42">
            <a:extLst>
              <a:ext uri="{FF2B5EF4-FFF2-40B4-BE49-F238E27FC236}">
                <a16:creationId xmlns:a16="http://schemas.microsoft.com/office/drawing/2014/main" id="{59E97957-A9AD-B647-34E7-7A458D37B09F}"/>
              </a:ext>
            </a:extLst>
          </p:cNvPr>
          <p:cNvSpPr/>
          <p:nvPr/>
        </p:nvSpPr>
        <p:spPr>
          <a:xfrm>
            <a:off x="1092533" y="4863671"/>
            <a:ext cx="486652" cy="827798"/>
          </a:xfrm>
          <a:prstGeom prst="rect">
            <a:avLst/>
          </a:prstGeom>
          <a:solidFill>
            <a:schemeClr val="bg1">
              <a:lumMod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350"/>
          </a:p>
        </p:txBody>
      </p:sp>
      <p:sp>
        <p:nvSpPr>
          <p:cNvPr id="44" name="部分円 43">
            <a:extLst>
              <a:ext uri="{FF2B5EF4-FFF2-40B4-BE49-F238E27FC236}">
                <a16:creationId xmlns:a16="http://schemas.microsoft.com/office/drawing/2014/main" id="{82D373EF-36C5-2F28-F904-19AF4D9FF2CD}"/>
              </a:ext>
            </a:extLst>
          </p:cNvPr>
          <p:cNvSpPr/>
          <p:nvPr/>
        </p:nvSpPr>
        <p:spPr>
          <a:xfrm>
            <a:off x="168019" y="2586280"/>
            <a:ext cx="942932" cy="905063"/>
          </a:xfrm>
          <a:prstGeom prst="pie">
            <a:avLst>
              <a:gd name="adj1" fmla="val 0"/>
              <a:gd name="adj2" fmla="val 5433055"/>
            </a:avLst>
          </a:prstGeom>
          <a:solidFill>
            <a:schemeClr val="bg1">
              <a:lumMod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350">
              <a:solidFill>
                <a:schemeClr val="tx1"/>
              </a:solidFill>
            </a:endParaRPr>
          </a:p>
        </p:txBody>
      </p:sp>
      <p:sp>
        <p:nvSpPr>
          <p:cNvPr id="96" name="テキスト ボックス 95">
            <a:extLst>
              <a:ext uri="{FF2B5EF4-FFF2-40B4-BE49-F238E27FC236}">
                <a16:creationId xmlns:a16="http://schemas.microsoft.com/office/drawing/2014/main" id="{D7F8CF8C-7071-4E54-C67D-AB7BBD3BCDF2}"/>
              </a:ext>
            </a:extLst>
          </p:cNvPr>
          <p:cNvSpPr txBox="1"/>
          <p:nvPr/>
        </p:nvSpPr>
        <p:spPr>
          <a:xfrm>
            <a:off x="3397384" y="4863671"/>
            <a:ext cx="877163" cy="369332"/>
          </a:xfrm>
          <a:prstGeom prst="rect">
            <a:avLst/>
          </a:prstGeom>
          <a:noFill/>
        </p:spPr>
        <p:txBody>
          <a:bodyPr wrap="none" rtlCol="0">
            <a:spAutoFit/>
          </a:bodyPr>
          <a:lstStyle/>
          <a:p>
            <a:r>
              <a:rPr kumimoji="1" lang="ja-JP" altLang="en-US" dirty="0">
                <a:solidFill>
                  <a:srgbClr val="FF0000"/>
                </a:solidFill>
              </a:rPr>
              <a:t>仮想点</a:t>
            </a:r>
          </a:p>
        </p:txBody>
      </p:sp>
      <p:cxnSp>
        <p:nvCxnSpPr>
          <p:cNvPr id="98" name="直線矢印コネクタ 97">
            <a:extLst>
              <a:ext uri="{FF2B5EF4-FFF2-40B4-BE49-F238E27FC236}">
                <a16:creationId xmlns:a16="http://schemas.microsoft.com/office/drawing/2014/main" id="{A5036A2D-82BB-E54C-7B79-D69B6B636F16}"/>
              </a:ext>
            </a:extLst>
          </p:cNvPr>
          <p:cNvCxnSpPr>
            <a:cxnSpLocks/>
            <a:stCxn id="96" idx="1"/>
            <a:endCxn id="39" idx="5"/>
          </p:cNvCxnSpPr>
          <p:nvPr/>
        </p:nvCxnSpPr>
        <p:spPr>
          <a:xfrm flipH="1" flipV="1">
            <a:off x="2984054" y="4705475"/>
            <a:ext cx="413330" cy="342862"/>
          </a:xfrm>
          <a:prstGeom prst="straightConnector1">
            <a:avLst/>
          </a:prstGeom>
          <a:ln>
            <a:solidFill>
              <a:srgbClr val="FF0000"/>
            </a:solidFill>
            <a:tailEnd type="triangle"/>
          </a:ln>
        </p:spPr>
        <p:style>
          <a:lnRef idx="2">
            <a:schemeClr val="accent1"/>
          </a:lnRef>
          <a:fillRef idx="0">
            <a:schemeClr val="accent1"/>
          </a:fillRef>
          <a:effectRef idx="1">
            <a:schemeClr val="accent1"/>
          </a:effectRef>
          <a:fontRef idx="minor">
            <a:schemeClr val="tx1"/>
          </a:fontRef>
        </p:style>
      </p:cxnSp>
      <p:sp>
        <p:nvSpPr>
          <p:cNvPr id="5" name="フローチャート: 結合子 4">
            <a:extLst>
              <a:ext uri="{FF2B5EF4-FFF2-40B4-BE49-F238E27FC236}">
                <a16:creationId xmlns:a16="http://schemas.microsoft.com/office/drawing/2014/main" id="{1138E3AE-11C0-B4C8-0DD2-7C6B3F51D52E}"/>
              </a:ext>
            </a:extLst>
          </p:cNvPr>
          <p:cNvSpPr/>
          <p:nvPr/>
        </p:nvSpPr>
        <p:spPr>
          <a:xfrm>
            <a:off x="4931438" y="2966799"/>
            <a:ext cx="117062" cy="118386"/>
          </a:xfrm>
          <a:prstGeom prst="flowChartConnector">
            <a:avLst/>
          </a:prstGeom>
          <a:solidFill>
            <a:srgbClr val="0070C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350"/>
          </a:p>
        </p:txBody>
      </p:sp>
      <p:cxnSp>
        <p:nvCxnSpPr>
          <p:cNvPr id="7" name="直線コネクタ 6">
            <a:extLst>
              <a:ext uri="{FF2B5EF4-FFF2-40B4-BE49-F238E27FC236}">
                <a16:creationId xmlns:a16="http://schemas.microsoft.com/office/drawing/2014/main" id="{5AE459F5-681F-E72D-2DB7-472DBEA25B81}"/>
              </a:ext>
            </a:extLst>
          </p:cNvPr>
          <p:cNvCxnSpPr>
            <a:cxnSpLocks/>
            <a:stCxn id="39" idx="7"/>
            <a:endCxn id="5" idx="3"/>
          </p:cNvCxnSpPr>
          <p:nvPr/>
        </p:nvCxnSpPr>
        <p:spPr>
          <a:xfrm flipV="1">
            <a:off x="2984054" y="3067848"/>
            <a:ext cx="1964527" cy="1586040"/>
          </a:xfrm>
          <a:prstGeom prst="line">
            <a:avLst/>
          </a:prstGeom>
          <a:ln>
            <a:solidFill>
              <a:srgbClr val="FF0000"/>
            </a:solidFill>
            <a:prstDash val="sysDot"/>
          </a:ln>
        </p:spPr>
        <p:style>
          <a:lnRef idx="2">
            <a:schemeClr val="accent1"/>
          </a:lnRef>
          <a:fillRef idx="0">
            <a:schemeClr val="accent1"/>
          </a:fillRef>
          <a:effectRef idx="1">
            <a:schemeClr val="accent1"/>
          </a:effectRef>
          <a:fontRef idx="minor">
            <a:schemeClr val="tx1"/>
          </a:fontRef>
        </p:style>
      </p:cxnSp>
      <p:cxnSp>
        <p:nvCxnSpPr>
          <p:cNvPr id="12" name="直線コネクタ 11">
            <a:extLst>
              <a:ext uri="{FF2B5EF4-FFF2-40B4-BE49-F238E27FC236}">
                <a16:creationId xmlns:a16="http://schemas.microsoft.com/office/drawing/2014/main" id="{241ED73E-3896-5297-F4A9-7C5868B6D5CB}"/>
              </a:ext>
            </a:extLst>
          </p:cNvPr>
          <p:cNvCxnSpPr>
            <a:cxnSpLocks/>
            <a:stCxn id="21" idx="0"/>
            <a:endCxn id="5" idx="7"/>
          </p:cNvCxnSpPr>
          <p:nvPr/>
        </p:nvCxnSpPr>
        <p:spPr>
          <a:xfrm flipV="1">
            <a:off x="2960265" y="2984136"/>
            <a:ext cx="2071092" cy="1349181"/>
          </a:xfrm>
          <a:prstGeom prst="line">
            <a:avLst/>
          </a:prstGeom>
          <a:ln>
            <a:solidFill>
              <a:srgbClr val="0070C0"/>
            </a:solidFill>
            <a:prstDash val="dash"/>
          </a:ln>
        </p:spPr>
        <p:style>
          <a:lnRef idx="2">
            <a:schemeClr val="accent1"/>
          </a:lnRef>
          <a:fillRef idx="0">
            <a:schemeClr val="accent1"/>
          </a:fillRef>
          <a:effectRef idx="1">
            <a:schemeClr val="accent1"/>
          </a:effectRef>
          <a:fontRef idx="minor">
            <a:schemeClr val="tx1"/>
          </a:fontRef>
        </p:style>
      </p:cxnSp>
      <p:cxnSp>
        <p:nvCxnSpPr>
          <p:cNvPr id="23" name="直線コネクタ 22">
            <a:extLst>
              <a:ext uri="{FF2B5EF4-FFF2-40B4-BE49-F238E27FC236}">
                <a16:creationId xmlns:a16="http://schemas.microsoft.com/office/drawing/2014/main" id="{935F2895-DB26-5DA3-263A-292FD2B0F23F}"/>
              </a:ext>
            </a:extLst>
          </p:cNvPr>
          <p:cNvCxnSpPr>
            <a:cxnSpLocks/>
            <a:stCxn id="21" idx="3"/>
            <a:endCxn id="41" idx="1"/>
          </p:cNvCxnSpPr>
          <p:nvPr/>
        </p:nvCxnSpPr>
        <p:spPr>
          <a:xfrm flipV="1">
            <a:off x="3287900" y="4328712"/>
            <a:ext cx="391396" cy="340057"/>
          </a:xfrm>
          <a:prstGeom prst="line">
            <a:avLst/>
          </a:prstGeom>
          <a:ln>
            <a:solidFill>
              <a:srgbClr val="0070C0"/>
            </a:solidFill>
            <a:prstDash val="dash"/>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15982876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8E68EE68-E733-4344-A847-F010CEBCCD56}"/>
              </a:ext>
            </a:extLst>
          </p:cNvPr>
          <p:cNvSpPr>
            <a:spLocks noGrp="1"/>
          </p:cNvSpPr>
          <p:nvPr>
            <p:ph type="title"/>
          </p:nvPr>
        </p:nvSpPr>
        <p:spPr/>
        <p:txBody>
          <a:bodyPr/>
          <a:lstStyle/>
          <a:p>
            <a:r>
              <a:rPr kumimoji="1" lang="ja-JP" altLang="en-US" dirty="0"/>
              <a:t>方向性インペインティング</a:t>
            </a:r>
          </a:p>
        </p:txBody>
      </p:sp>
      <p:sp>
        <p:nvSpPr>
          <p:cNvPr id="9" name="コンテンツ プレースホルダー 8">
            <a:extLst>
              <a:ext uri="{FF2B5EF4-FFF2-40B4-BE49-F238E27FC236}">
                <a16:creationId xmlns:a16="http://schemas.microsoft.com/office/drawing/2014/main" id="{A36669A6-1016-B168-BE97-647852DC24B2}"/>
              </a:ext>
            </a:extLst>
          </p:cNvPr>
          <p:cNvSpPr>
            <a:spLocks noGrp="1"/>
          </p:cNvSpPr>
          <p:nvPr>
            <p:ph idx="1"/>
          </p:nvPr>
        </p:nvSpPr>
        <p:spPr/>
        <p:txBody>
          <a:bodyPr/>
          <a:lstStyle/>
          <a:p>
            <a:pPr marL="514350" indent="-514350">
              <a:buFont typeface="+mj-lt"/>
              <a:buAutoNum type="arabicPeriod"/>
            </a:pPr>
            <a:r>
              <a:rPr lang="ja-JP" altLang="en-US" dirty="0"/>
              <a:t>方向性を導出する</a:t>
            </a:r>
            <a:endParaRPr lang="en-US" altLang="ja-JP" dirty="0"/>
          </a:p>
          <a:p>
            <a:pPr marL="514350" indent="-514350">
              <a:buFont typeface="+mj-lt"/>
              <a:buAutoNum type="arabicPeriod"/>
            </a:pPr>
            <a:endParaRPr lang="en-US" altLang="ja-JP" dirty="0"/>
          </a:p>
          <a:p>
            <a:pPr marL="514350" indent="-514350">
              <a:buFont typeface="+mj-lt"/>
              <a:buAutoNum type="arabicPeriod"/>
            </a:pPr>
            <a:endParaRPr lang="en-US" altLang="ja-JP" dirty="0"/>
          </a:p>
          <a:p>
            <a:pPr marL="514350" indent="-514350">
              <a:buFont typeface="+mj-lt"/>
              <a:buAutoNum type="arabicPeriod"/>
            </a:pPr>
            <a:r>
              <a:rPr lang="ja-JP" altLang="en-US" dirty="0"/>
              <a:t>周囲</a:t>
            </a:r>
            <a:r>
              <a:rPr lang="en-US" altLang="ja-JP" dirty="0"/>
              <a:t>8</a:t>
            </a:r>
            <a:r>
              <a:rPr lang="ja-JP" altLang="en-US" dirty="0"/>
              <a:t>近傍 に対して方向ベクトルとの内積を取り、正の値だけを採用</a:t>
            </a:r>
          </a:p>
          <a:p>
            <a:pPr marL="514350" indent="-514350">
              <a:buFont typeface="+mj-lt"/>
              <a:buAutoNum type="arabicPeriod"/>
            </a:pPr>
            <a:endParaRPr lang="en-US" altLang="ja-JP" dirty="0"/>
          </a:p>
          <a:p>
            <a:pPr marL="514350" indent="-514350">
              <a:buFont typeface="+mj-lt"/>
              <a:buAutoNum type="arabicPeriod"/>
            </a:pPr>
            <a:endParaRPr lang="en-US" altLang="ja-JP" dirty="0"/>
          </a:p>
          <a:p>
            <a:pPr marL="514350" indent="-514350">
              <a:buFont typeface="+mj-lt"/>
              <a:buAutoNum type="arabicPeriod"/>
            </a:pPr>
            <a:r>
              <a:rPr lang="ja-JP" altLang="en-US" dirty="0"/>
              <a:t>これを反復する</a:t>
            </a:r>
          </a:p>
        </p:txBody>
      </p:sp>
      <p:sp>
        <p:nvSpPr>
          <p:cNvPr id="4" name="スライド番号プレースホルダー 3">
            <a:extLst>
              <a:ext uri="{FF2B5EF4-FFF2-40B4-BE49-F238E27FC236}">
                <a16:creationId xmlns:a16="http://schemas.microsoft.com/office/drawing/2014/main" id="{6B9D9CF8-20B0-A455-DF80-AB8E92A1474A}"/>
              </a:ext>
            </a:extLst>
          </p:cNvPr>
          <p:cNvSpPr>
            <a:spLocks noGrp="1"/>
          </p:cNvSpPr>
          <p:nvPr>
            <p:ph type="sldNum" sz="quarter" idx="12"/>
          </p:nvPr>
        </p:nvSpPr>
        <p:spPr/>
        <p:txBody>
          <a:bodyPr/>
          <a:lstStyle/>
          <a:p>
            <a:fld id="{673BA9A0-D382-41FB-AB73-7841F3556B1B}" type="slidenum">
              <a:rPr kumimoji="1" lang="ja-JP" altLang="en-US" smtClean="0"/>
              <a:t>13</a:t>
            </a:fld>
            <a:endParaRPr kumimoji="1" lang="ja-JP" altLang="en-US" dirty="0"/>
          </a:p>
        </p:txBody>
      </p:sp>
      <p:pic>
        <p:nvPicPr>
          <p:cNvPr id="10" name="図 9" descr="図形&#10;&#10;AI によって生成されたコンテンツは間違っている可能性があります。">
            <a:extLst>
              <a:ext uri="{FF2B5EF4-FFF2-40B4-BE49-F238E27FC236}">
                <a16:creationId xmlns:a16="http://schemas.microsoft.com/office/drawing/2014/main" id="{031E6929-9F7C-62CA-F78A-6638DC4FBCC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479851" y="2074331"/>
            <a:ext cx="4133333" cy="876190"/>
          </a:xfrm>
          <a:prstGeom prst="rect">
            <a:avLst/>
          </a:prstGeom>
        </p:spPr>
      </p:pic>
      <p:pic>
        <p:nvPicPr>
          <p:cNvPr id="11" name="図 10">
            <a:extLst>
              <a:ext uri="{FF2B5EF4-FFF2-40B4-BE49-F238E27FC236}">
                <a16:creationId xmlns:a16="http://schemas.microsoft.com/office/drawing/2014/main" id="{0D111B95-B273-D8EB-AB1F-E81148E68CEE}"/>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479851" y="4183090"/>
            <a:ext cx="4628571" cy="447619"/>
          </a:xfrm>
          <a:prstGeom prst="rect">
            <a:avLst/>
          </a:prstGeom>
        </p:spPr>
      </p:pic>
    </p:spTree>
    <p:extLst>
      <p:ext uri="{BB962C8B-B14F-4D97-AF65-F5344CB8AC3E}">
        <p14:creationId xmlns:p14="http://schemas.microsoft.com/office/powerpoint/2010/main" val="428825486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1752C8DB-7D43-B5AB-F968-D874ED5F373D}"/>
              </a:ext>
            </a:extLst>
          </p:cNvPr>
          <p:cNvSpPr>
            <a:spLocks noGrp="1"/>
          </p:cNvSpPr>
          <p:nvPr>
            <p:ph type="title"/>
          </p:nvPr>
        </p:nvSpPr>
        <p:spPr/>
        <p:txBody>
          <a:bodyPr/>
          <a:lstStyle/>
          <a:p>
            <a:r>
              <a:rPr lang="ja-JP" altLang="en-US" dirty="0"/>
              <a:t>地図作成と自己位置推定</a:t>
            </a:r>
            <a:endParaRPr kumimoji="1" lang="ja-JP" altLang="en-US" dirty="0"/>
          </a:p>
        </p:txBody>
      </p:sp>
      <p:sp>
        <p:nvSpPr>
          <p:cNvPr id="3" name="コンテンツ プレースホルダー 2">
            <a:extLst>
              <a:ext uri="{FF2B5EF4-FFF2-40B4-BE49-F238E27FC236}">
                <a16:creationId xmlns:a16="http://schemas.microsoft.com/office/drawing/2014/main" id="{D2CEB131-658F-6ED8-19E0-EA3F9E4CDBC1}"/>
              </a:ext>
            </a:extLst>
          </p:cNvPr>
          <p:cNvSpPr>
            <a:spLocks noGrp="1"/>
          </p:cNvSpPr>
          <p:nvPr>
            <p:ph idx="1"/>
          </p:nvPr>
        </p:nvSpPr>
        <p:spPr/>
        <p:txBody>
          <a:bodyPr>
            <a:normAutofit lnSpcReduction="10000"/>
          </a:bodyPr>
          <a:lstStyle/>
          <a:p>
            <a:pPr marL="0" indent="0">
              <a:lnSpc>
                <a:spcPct val="120000"/>
              </a:lnSpc>
              <a:buNone/>
            </a:pPr>
            <a:r>
              <a:rPr lang="ja-JP" altLang="en-US" dirty="0"/>
              <a:t>既存の</a:t>
            </a:r>
            <a:r>
              <a:rPr lang="en-US" altLang="ja-JP" dirty="0"/>
              <a:t>SLAM</a:t>
            </a:r>
            <a:r>
              <a:rPr lang="ja-JP" altLang="en-US" dirty="0"/>
              <a:t>アルゴリズムを活用するための</a:t>
            </a:r>
            <a:br>
              <a:rPr lang="en-US" altLang="ja-JP" dirty="0"/>
            </a:br>
            <a:r>
              <a:rPr lang="ja-JP" altLang="en-US" dirty="0"/>
              <a:t>パノラマ画像の入力方法について</a:t>
            </a:r>
            <a:endParaRPr kumimoji="1" lang="en-US" altLang="ja-JP" dirty="0"/>
          </a:p>
          <a:p>
            <a:pPr>
              <a:lnSpc>
                <a:spcPct val="120000"/>
              </a:lnSpc>
            </a:pPr>
            <a:r>
              <a:rPr lang="ja-JP" altLang="en-US" dirty="0"/>
              <a:t>複数視点に分割する</a:t>
            </a:r>
            <a:endParaRPr lang="en-US" altLang="ja-JP" dirty="0"/>
          </a:p>
          <a:p>
            <a:pPr lvl="1">
              <a:lnSpc>
                <a:spcPct val="120000"/>
              </a:lnSpc>
            </a:pPr>
            <a:r>
              <a:rPr lang="ja-JP" altLang="en-US" dirty="0"/>
              <a:t>従来の</a:t>
            </a:r>
            <a:r>
              <a:rPr lang="en-US" altLang="ja-JP" dirty="0"/>
              <a:t>SLAM</a:t>
            </a:r>
            <a:r>
              <a:rPr lang="ja-JP" altLang="en-US" dirty="0"/>
              <a:t>は平面画像を扱うピンホールモデルが主流</a:t>
            </a:r>
            <a:endParaRPr lang="en-US" altLang="ja-JP" dirty="0"/>
          </a:p>
          <a:p>
            <a:pPr lvl="1">
              <a:lnSpc>
                <a:spcPct val="120000"/>
              </a:lnSpc>
            </a:pPr>
            <a:r>
              <a:rPr lang="en-US" altLang="ja-JP" dirty="0"/>
              <a:t>360°</a:t>
            </a:r>
            <a:r>
              <a:rPr lang="ja-JP" altLang="en-US" dirty="0"/>
              <a:t>深さ画像を前後左右に分割して</a:t>
            </a:r>
            <a:br>
              <a:rPr lang="en-US" altLang="ja-JP" dirty="0"/>
            </a:br>
            <a:r>
              <a:rPr lang="ja-JP" altLang="en-US" dirty="0"/>
              <a:t>各方向の画像を入力</a:t>
            </a:r>
            <a:endParaRPr lang="en-US" altLang="ja-JP" dirty="0"/>
          </a:p>
          <a:p>
            <a:pPr>
              <a:lnSpc>
                <a:spcPct val="120000"/>
              </a:lnSpc>
            </a:pPr>
            <a:r>
              <a:rPr lang="ja-JP" altLang="en-US" dirty="0"/>
              <a:t>正距円筒投影</a:t>
            </a:r>
            <a:endParaRPr lang="en-US" altLang="ja-JP" dirty="0"/>
          </a:p>
          <a:p>
            <a:pPr lvl="1">
              <a:lnSpc>
                <a:spcPct val="120000"/>
              </a:lnSpc>
            </a:pPr>
            <a:r>
              <a:rPr lang="ja-JP" altLang="en-US" dirty="0"/>
              <a:t>使える</a:t>
            </a:r>
            <a:r>
              <a:rPr lang="en-US" altLang="ja-JP" dirty="0"/>
              <a:t>SLAM</a:t>
            </a:r>
            <a:r>
              <a:rPr lang="ja-JP" altLang="en-US" dirty="0"/>
              <a:t>の形式がパノラマ</a:t>
            </a:r>
            <a:r>
              <a:rPr lang="en-US" altLang="ja-JP" dirty="0"/>
              <a:t>SLAM</a:t>
            </a:r>
            <a:r>
              <a:rPr lang="ja-JP" altLang="en-US" dirty="0"/>
              <a:t>系に限られる</a:t>
            </a:r>
            <a:endParaRPr lang="en-US" altLang="ja-JP" dirty="0"/>
          </a:p>
          <a:p>
            <a:pPr lvl="1">
              <a:lnSpc>
                <a:spcPct val="120000"/>
              </a:lnSpc>
            </a:pPr>
            <a:endParaRPr kumimoji="1" lang="ja-JP" altLang="en-US" dirty="0"/>
          </a:p>
        </p:txBody>
      </p:sp>
      <p:sp>
        <p:nvSpPr>
          <p:cNvPr id="4" name="スライド番号プレースホルダー 3">
            <a:extLst>
              <a:ext uri="{FF2B5EF4-FFF2-40B4-BE49-F238E27FC236}">
                <a16:creationId xmlns:a16="http://schemas.microsoft.com/office/drawing/2014/main" id="{52DE5D76-6E71-510F-1B92-C679DBD2B4A0}"/>
              </a:ext>
            </a:extLst>
          </p:cNvPr>
          <p:cNvSpPr>
            <a:spLocks noGrp="1"/>
          </p:cNvSpPr>
          <p:nvPr>
            <p:ph type="sldNum" sz="quarter" idx="12"/>
          </p:nvPr>
        </p:nvSpPr>
        <p:spPr>
          <a:xfrm>
            <a:off x="7029450" y="361948"/>
            <a:ext cx="2057400" cy="365125"/>
          </a:xfrm>
        </p:spPr>
        <p:txBody>
          <a:bodyPr/>
          <a:lstStyle/>
          <a:p>
            <a:fld id="{673BA9A0-D382-41FB-AB73-7841F3556B1B}" type="slidenum">
              <a:rPr kumimoji="1" lang="ja-JP" altLang="en-US" smtClean="0"/>
              <a:pPr/>
              <a:t>14</a:t>
            </a:fld>
            <a:endParaRPr kumimoji="1" lang="ja-JP" altLang="en-US" dirty="0"/>
          </a:p>
        </p:txBody>
      </p:sp>
    </p:spTree>
    <p:extLst>
      <p:ext uri="{BB962C8B-B14F-4D97-AF65-F5344CB8AC3E}">
        <p14:creationId xmlns:p14="http://schemas.microsoft.com/office/powerpoint/2010/main" val="88162096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52709464-9D29-E8B1-875A-7E60B3D66380}"/>
              </a:ext>
            </a:extLst>
          </p:cNvPr>
          <p:cNvSpPr>
            <a:spLocks noGrp="1"/>
          </p:cNvSpPr>
          <p:nvPr>
            <p:ph type="title"/>
          </p:nvPr>
        </p:nvSpPr>
        <p:spPr/>
        <p:txBody>
          <a:bodyPr/>
          <a:lstStyle/>
          <a:p>
            <a:r>
              <a:rPr lang="ja-JP" altLang="en-US" dirty="0"/>
              <a:t>環境構築</a:t>
            </a:r>
            <a:endParaRPr kumimoji="1" lang="ja-JP" altLang="en-US" dirty="0"/>
          </a:p>
        </p:txBody>
      </p:sp>
      <p:sp>
        <p:nvSpPr>
          <p:cNvPr id="3" name="コンテンツ プレースホルダー 2">
            <a:extLst>
              <a:ext uri="{FF2B5EF4-FFF2-40B4-BE49-F238E27FC236}">
                <a16:creationId xmlns:a16="http://schemas.microsoft.com/office/drawing/2014/main" id="{0197F587-99B7-50AC-7790-FA4F2600B641}"/>
              </a:ext>
            </a:extLst>
          </p:cNvPr>
          <p:cNvSpPr>
            <a:spLocks noGrp="1"/>
          </p:cNvSpPr>
          <p:nvPr>
            <p:ph idx="4294967295"/>
          </p:nvPr>
        </p:nvSpPr>
        <p:spPr>
          <a:xfrm>
            <a:off x="628650" y="1341438"/>
            <a:ext cx="7886700" cy="5151436"/>
          </a:xfrm>
        </p:spPr>
        <p:txBody>
          <a:bodyPr>
            <a:normAutofit/>
          </a:bodyPr>
          <a:lstStyle/>
          <a:p>
            <a:pPr>
              <a:lnSpc>
                <a:spcPct val="150000"/>
              </a:lnSpc>
            </a:pPr>
            <a:r>
              <a:rPr kumimoji="1" lang="ja-JP" altLang="en-US" dirty="0"/>
              <a:t>カメラ環境の構築</a:t>
            </a:r>
            <a:endParaRPr lang="en-US" altLang="ja-JP" dirty="0"/>
          </a:p>
          <a:p>
            <a:pPr lvl="1">
              <a:lnSpc>
                <a:spcPct val="150000"/>
              </a:lnSpc>
            </a:pPr>
            <a:r>
              <a:rPr lang="ja-JP" altLang="en-US" dirty="0"/>
              <a:t>カメラフレームの作成</a:t>
            </a:r>
            <a:endParaRPr lang="en-US" altLang="ja-JP" dirty="0"/>
          </a:p>
          <a:p>
            <a:pPr lvl="1">
              <a:lnSpc>
                <a:spcPct val="150000"/>
              </a:lnSpc>
            </a:pPr>
            <a:r>
              <a:rPr lang="ja-JP" altLang="en-US" dirty="0"/>
              <a:t>動作環境を整える</a:t>
            </a:r>
            <a:endParaRPr lang="en-US" altLang="ja-JP" dirty="0"/>
          </a:p>
          <a:p>
            <a:pPr lvl="1">
              <a:lnSpc>
                <a:spcPct val="150000"/>
              </a:lnSpc>
            </a:pPr>
            <a:endParaRPr lang="en-US" altLang="ja-JP" dirty="0"/>
          </a:p>
          <a:p>
            <a:pPr>
              <a:lnSpc>
                <a:spcPct val="150000"/>
              </a:lnSpc>
            </a:pPr>
            <a:endParaRPr lang="en-US" altLang="ja-JP" dirty="0"/>
          </a:p>
          <a:p>
            <a:pPr>
              <a:lnSpc>
                <a:spcPct val="150000"/>
              </a:lnSpc>
            </a:pPr>
            <a:r>
              <a:rPr lang="ja-JP" altLang="en-US" dirty="0"/>
              <a:t>深さ画像に変換するプログラムの環境構築</a:t>
            </a:r>
            <a:endParaRPr lang="en-US" altLang="ja-JP" dirty="0"/>
          </a:p>
          <a:p>
            <a:pPr lvl="1">
              <a:lnSpc>
                <a:spcPct val="150000"/>
              </a:lnSpc>
            </a:pPr>
            <a:r>
              <a:rPr lang="ja-JP" altLang="en-US" dirty="0"/>
              <a:t>公開されたプログラムの環境を整える</a:t>
            </a:r>
            <a:endParaRPr lang="en-US" altLang="ja-JP" dirty="0"/>
          </a:p>
        </p:txBody>
      </p:sp>
      <p:sp>
        <p:nvSpPr>
          <p:cNvPr id="4" name="スライド番号プレースホルダー 3">
            <a:extLst>
              <a:ext uri="{FF2B5EF4-FFF2-40B4-BE49-F238E27FC236}">
                <a16:creationId xmlns:a16="http://schemas.microsoft.com/office/drawing/2014/main" id="{E0168C40-599C-B6B8-322D-CE942846210D}"/>
              </a:ext>
            </a:extLst>
          </p:cNvPr>
          <p:cNvSpPr>
            <a:spLocks noGrp="1"/>
          </p:cNvSpPr>
          <p:nvPr>
            <p:ph type="sldNum" sz="quarter" idx="12"/>
          </p:nvPr>
        </p:nvSpPr>
        <p:spPr>
          <a:xfrm>
            <a:off x="7029450" y="361948"/>
            <a:ext cx="2057400" cy="365125"/>
          </a:xfrm>
        </p:spPr>
        <p:txBody>
          <a:bodyPr/>
          <a:lstStyle/>
          <a:p>
            <a:fld id="{36CC8B87-28FD-40C1-8BEA-A488324BDA2F}" type="slidenum">
              <a:rPr kumimoji="1" lang="ja-JP" altLang="en-US" smtClean="0"/>
              <a:t>15</a:t>
            </a:fld>
            <a:endParaRPr kumimoji="1" lang="ja-JP" altLang="en-US" dirty="0"/>
          </a:p>
        </p:txBody>
      </p:sp>
      <p:pic>
        <p:nvPicPr>
          <p:cNvPr id="6" name="図 5" descr="屋内, 鏡, 眺め, 座る が含まれている画像&#10;&#10;AI によって生成されたコンテンツは間違っている可能性があります。">
            <a:extLst>
              <a:ext uri="{FF2B5EF4-FFF2-40B4-BE49-F238E27FC236}">
                <a16:creationId xmlns:a16="http://schemas.microsoft.com/office/drawing/2014/main" id="{62270453-B0CC-B862-359C-0551697C607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572000" y="3330971"/>
            <a:ext cx="2084210" cy="1172368"/>
          </a:xfrm>
          <a:prstGeom prst="rect">
            <a:avLst/>
          </a:prstGeom>
        </p:spPr>
      </p:pic>
      <p:pic>
        <p:nvPicPr>
          <p:cNvPr id="8" name="図 7" descr="屋内, 鏡, 眺め, 反射 が含まれている画像&#10;&#10;AI によって生成されたコンテンツは間違っている可能性があります。">
            <a:extLst>
              <a:ext uri="{FF2B5EF4-FFF2-40B4-BE49-F238E27FC236}">
                <a16:creationId xmlns:a16="http://schemas.microsoft.com/office/drawing/2014/main" id="{281B50EB-09B8-0FF8-C38D-58EF2A51F81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487789" y="3330971"/>
            <a:ext cx="2084211" cy="1172369"/>
          </a:xfrm>
          <a:prstGeom prst="rect">
            <a:avLst/>
          </a:prstGeom>
        </p:spPr>
      </p:pic>
      <p:pic>
        <p:nvPicPr>
          <p:cNvPr id="10" name="図 9" descr="屋内, 鏡, 眺め, 反射 が含まれている画像&#10;&#10;AI によって生成されたコンテンツは間違っている可能性があります。">
            <a:extLst>
              <a:ext uri="{FF2B5EF4-FFF2-40B4-BE49-F238E27FC236}">
                <a16:creationId xmlns:a16="http://schemas.microsoft.com/office/drawing/2014/main" id="{80F6ED8D-689E-4A04-0ABF-97B9D8BBE202}"/>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656210" y="3330972"/>
            <a:ext cx="2084210" cy="1172368"/>
          </a:xfrm>
          <a:prstGeom prst="rect">
            <a:avLst/>
          </a:prstGeom>
        </p:spPr>
      </p:pic>
      <p:pic>
        <p:nvPicPr>
          <p:cNvPr id="12" name="図 11" descr="屋内, 眺め, 鏡, 座る が含まれている画像&#10;&#10;AI によって生成されたコンテンツは間違っている可能性があります。">
            <a:extLst>
              <a:ext uri="{FF2B5EF4-FFF2-40B4-BE49-F238E27FC236}">
                <a16:creationId xmlns:a16="http://schemas.microsoft.com/office/drawing/2014/main" id="{142F95E4-D339-FEE7-8A85-6096CA33B176}"/>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403579" y="3330971"/>
            <a:ext cx="2084210" cy="1172368"/>
          </a:xfrm>
          <a:prstGeom prst="rect">
            <a:avLst/>
          </a:prstGeom>
        </p:spPr>
      </p:pic>
    </p:spTree>
    <p:extLst>
      <p:ext uri="{BB962C8B-B14F-4D97-AF65-F5344CB8AC3E}">
        <p14:creationId xmlns:p14="http://schemas.microsoft.com/office/powerpoint/2010/main" val="416580285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CA1CDDD-E3A0-4AD4-4F86-053730363502}"/>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9187A8CB-0690-88FF-AA82-15E835B43F64}"/>
              </a:ext>
            </a:extLst>
          </p:cNvPr>
          <p:cNvSpPr>
            <a:spLocks noGrp="1"/>
          </p:cNvSpPr>
          <p:nvPr>
            <p:ph type="title"/>
          </p:nvPr>
        </p:nvSpPr>
        <p:spPr/>
        <p:txBody>
          <a:bodyPr>
            <a:normAutofit/>
          </a:bodyPr>
          <a:lstStyle/>
          <a:p>
            <a:r>
              <a:rPr lang="ja-JP" altLang="en-US" dirty="0"/>
              <a:t>環境構築が滞っている原因</a:t>
            </a:r>
            <a:endParaRPr kumimoji="1" lang="ja-JP" altLang="en-US" dirty="0"/>
          </a:p>
        </p:txBody>
      </p:sp>
      <p:sp>
        <p:nvSpPr>
          <p:cNvPr id="3" name="コンテンツ プレースホルダー 2">
            <a:extLst>
              <a:ext uri="{FF2B5EF4-FFF2-40B4-BE49-F238E27FC236}">
                <a16:creationId xmlns:a16="http://schemas.microsoft.com/office/drawing/2014/main" id="{592711A9-BFF1-326B-5F78-71187F0A1A35}"/>
              </a:ext>
            </a:extLst>
          </p:cNvPr>
          <p:cNvSpPr>
            <a:spLocks noGrp="1"/>
          </p:cNvSpPr>
          <p:nvPr>
            <p:ph idx="1"/>
          </p:nvPr>
        </p:nvSpPr>
        <p:spPr>
          <a:xfrm>
            <a:off x="619919" y="1449388"/>
            <a:ext cx="7904162" cy="5481637"/>
          </a:xfrm>
        </p:spPr>
        <p:txBody>
          <a:bodyPr>
            <a:noAutofit/>
          </a:bodyPr>
          <a:lstStyle/>
          <a:p>
            <a:pPr>
              <a:lnSpc>
                <a:spcPct val="200000"/>
              </a:lnSpc>
            </a:pPr>
            <a:r>
              <a:rPr kumimoji="1" lang="ja-JP" altLang="en-US" dirty="0"/>
              <a:t>環境を整える手順は書いてあるが，</a:t>
            </a:r>
            <a:br>
              <a:rPr lang="en-US" altLang="ja-JP" dirty="0"/>
            </a:br>
            <a:r>
              <a:rPr kumimoji="1" lang="ja-JP" altLang="en-US" dirty="0"/>
              <a:t>手順通りに実行するとあいまいなインストール方法であるため，バージョンの衝突が起きる</a:t>
            </a:r>
            <a:endParaRPr lang="en-US" altLang="ja-JP" dirty="0"/>
          </a:p>
          <a:p>
            <a:pPr>
              <a:lnSpc>
                <a:spcPct val="200000"/>
              </a:lnSpc>
            </a:pPr>
            <a:r>
              <a:rPr kumimoji="1" lang="en-US" altLang="ja-JP" dirty="0"/>
              <a:t>Jetson</a:t>
            </a:r>
            <a:r>
              <a:rPr kumimoji="1" lang="ja-JP" altLang="en-US" dirty="0"/>
              <a:t>環境では，通常の</a:t>
            </a:r>
            <a:r>
              <a:rPr kumimoji="1" lang="en-US" altLang="ja-JP" dirty="0"/>
              <a:t>Linux</a:t>
            </a:r>
            <a:r>
              <a:rPr lang="ja-JP" altLang="en-US" dirty="0"/>
              <a:t>と同様の方法で</a:t>
            </a:r>
            <a:br>
              <a:rPr lang="en-US" altLang="ja-JP" dirty="0"/>
            </a:br>
            <a:r>
              <a:rPr kumimoji="1" lang="ja-JP" altLang="en-US" dirty="0"/>
              <a:t>インストールできないライブラリが存在する</a:t>
            </a:r>
            <a:endParaRPr kumimoji="1" lang="en-US" altLang="ja-JP" dirty="0"/>
          </a:p>
        </p:txBody>
      </p:sp>
      <p:sp>
        <p:nvSpPr>
          <p:cNvPr id="4" name="スライド番号プレースホルダー 3">
            <a:extLst>
              <a:ext uri="{FF2B5EF4-FFF2-40B4-BE49-F238E27FC236}">
                <a16:creationId xmlns:a16="http://schemas.microsoft.com/office/drawing/2014/main" id="{BABCF371-3C2F-AAEF-9B6E-056265AA4BBF}"/>
              </a:ext>
            </a:extLst>
          </p:cNvPr>
          <p:cNvSpPr>
            <a:spLocks noGrp="1"/>
          </p:cNvSpPr>
          <p:nvPr>
            <p:ph type="sldNum" sz="quarter" idx="12"/>
          </p:nvPr>
        </p:nvSpPr>
        <p:spPr>
          <a:xfrm>
            <a:off x="7029450" y="361948"/>
            <a:ext cx="2057400" cy="365125"/>
          </a:xfrm>
        </p:spPr>
        <p:txBody>
          <a:bodyPr/>
          <a:lstStyle/>
          <a:p>
            <a:fld id="{36CC8B87-28FD-40C1-8BEA-A488324BDA2F}" type="slidenum">
              <a:rPr kumimoji="1" lang="ja-JP" altLang="en-US" smtClean="0"/>
              <a:t>16</a:t>
            </a:fld>
            <a:endParaRPr kumimoji="1" lang="ja-JP" altLang="en-US" dirty="0"/>
          </a:p>
        </p:txBody>
      </p:sp>
    </p:spTree>
    <p:extLst>
      <p:ext uri="{BB962C8B-B14F-4D97-AF65-F5344CB8AC3E}">
        <p14:creationId xmlns:p14="http://schemas.microsoft.com/office/powerpoint/2010/main" val="83837703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AF00A8F9-E95D-9A41-73AF-24A49F4A22F7}"/>
              </a:ext>
            </a:extLst>
          </p:cNvPr>
          <p:cNvSpPr>
            <a:spLocks noGrp="1"/>
          </p:cNvSpPr>
          <p:nvPr>
            <p:ph type="title"/>
          </p:nvPr>
        </p:nvSpPr>
        <p:spPr/>
        <p:txBody>
          <a:bodyPr/>
          <a:lstStyle/>
          <a:p>
            <a:r>
              <a:rPr kumimoji="1" lang="ja-JP" altLang="en-US" dirty="0"/>
              <a:t>まとめ</a:t>
            </a:r>
          </a:p>
        </p:txBody>
      </p:sp>
      <p:sp>
        <p:nvSpPr>
          <p:cNvPr id="3" name="スライド番号プレースホルダー 2">
            <a:extLst>
              <a:ext uri="{FF2B5EF4-FFF2-40B4-BE49-F238E27FC236}">
                <a16:creationId xmlns:a16="http://schemas.microsoft.com/office/drawing/2014/main" id="{3EF3225B-09C8-A2E8-6B14-88E28C27F262}"/>
              </a:ext>
            </a:extLst>
          </p:cNvPr>
          <p:cNvSpPr>
            <a:spLocks noGrp="1"/>
          </p:cNvSpPr>
          <p:nvPr>
            <p:ph type="sldNum" sz="quarter" idx="12"/>
          </p:nvPr>
        </p:nvSpPr>
        <p:spPr>
          <a:xfrm>
            <a:off x="7029450" y="361948"/>
            <a:ext cx="2057400" cy="365125"/>
          </a:xfrm>
        </p:spPr>
        <p:txBody>
          <a:bodyPr/>
          <a:lstStyle/>
          <a:p>
            <a:fld id="{36CC8B87-28FD-40C1-8BEA-A488324BDA2F}" type="slidenum">
              <a:rPr kumimoji="1" lang="ja-JP" altLang="en-US" smtClean="0"/>
              <a:t>17</a:t>
            </a:fld>
            <a:endParaRPr kumimoji="1" lang="ja-JP" altLang="en-US" dirty="0"/>
          </a:p>
        </p:txBody>
      </p:sp>
      <p:sp>
        <p:nvSpPr>
          <p:cNvPr id="4" name="コンテンツ プレースホルダー 3">
            <a:extLst>
              <a:ext uri="{FF2B5EF4-FFF2-40B4-BE49-F238E27FC236}">
                <a16:creationId xmlns:a16="http://schemas.microsoft.com/office/drawing/2014/main" id="{257036E6-703D-079D-FA10-D1BEAFD93784}"/>
              </a:ext>
            </a:extLst>
          </p:cNvPr>
          <p:cNvSpPr>
            <a:spLocks noGrp="1"/>
          </p:cNvSpPr>
          <p:nvPr>
            <p:ph idx="1"/>
          </p:nvPr>
        </p:nvSpPr>
        <p:spPr>
          <a:xfrm>
            <a:off x="611188" y="1279526"/>
            <a:ext cx="7904162" cy="4584700"/>
          </a:xfrm>
        </p:spPr>
        <p:txBody>
          <a:bodyPr>
            <a:noAutofit/>
          </a:bodyPr>
          <a:lstStyle/>
          <a:p>
            <a:pPr>
              <a:lnSpc>
                <a:spcPct val="200000"/>
              </a:lnSpc>
            </a:pPr>
            <a:r>
              <a:rPr lang="ja-JP" altLang="en-US" dirty="0"/>
              <a:t>ハードウェアを構築</a:t>
            </a:r>
            <a:endParaRPr lang="en-US" altLang="ja-JP" dirty="0"/>
          </a:p>
          <a:p>
            <a:pPr>
              <a:lnSpc>
                <a:spcPct val="200000"/>
              </a:lnSpc>
            </a:pPr>
            <a:r>
              <a:rPr lang="ja-JP" altLang="en-US" dirty="0"/>
              <a:t>魚眼カメラでカラー画像を深さ画像に</a:t>
            </a:r>
            <a:br>
              <a:rPr lang="en-US" altLang="ja-JP" dirty="0"/>
            </a:br>
            <a:r>
              <a:rPr lang="ja-JP" altLang="en-US" dirty="0"/>
              <a:t>変換する手法を確認した</a:t>
            </a:r>
            <a:endParaRPr lang="en-US" altLang="ja-JP" dirty="0"/>
          </a:p>
          <a:p>
            <a:pPr>
              <a:lnSpc>
                <a:spcPct val="200000"/>
              </a:lnSpc>
            </a:pPr>
            <a:r>
              <a:rPr lang="ja-JP" altLang="en-US" dirty="0"/>
              <a:t>カメラの環境を構築し動作確認を行った</a:t>
            </a:r>
            <a:endParaRPr lang="en-US" altLang="ja-JP" dirty="0"/>
          </a:p>
          <a:p>
            <a:pPr>
              <a:lnSpc>
                <a:spcPct val="200000"/>
              </a:lnSpc>
            </a:pPr>
            <a:r>
              <a:rPr lang="ja-JP" altLang="en-US" dirty="0"/>
              <a:t>地図作成と自己位置推定の環境を構築中</a:t>
            </a:r>
            <a:endParaRPr kumimoji="1" lang="ja-JP" altLang="en-US" dirty="0"/>
          </a:p>
        </p:txBody>
      </p:sp>
    </p:spTree>
    <p:extLst>
      <p:ext uri="{BB962C8B-B14F-4D97-AF65-F5344CB8AC3E}">
        <p14:creationId xmlns:p14="http://schemas.microsoft.com/office/powerpoint/2010/main" val="393760965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81FBF599-798A-6A04-75AF-F5A10856CE2E}"/>
              </a:ext>
            </a:extLst>
          </p:cNvPr>
          <p:cNvSpPr>
            <a:spLocks noGrp="1"/>
          </p:cNvSpPr>
          <p:nvPr>
            <p:ph type="title"/>
          </p:nvPr>
        </p:nvSpPr>
        <p:spPr/>
        <p:txBody>
          <a:bodyPr/>
          <a:lstStyle/>
          <a:p>
            <a:r>
              <a:rPr kumimoji="1" lang="ja-JP" altLang="en-US" dirty="0"/>
              <a:t>今後の予定</a:t>
            </a:r>
          </a:p>
        </p:txBody>
      </p:sp>
      <p:sp>
        <p:nvSpPr>
          <p:cNvPr id="3" name="スライド番号プレースホルダー 2">
            <a:extLst>
              <a:ext uri="{FF2B5EF4-FFF2-40B4-BE49-F238E27FC236}">
                <a16:creationId xmlns:a16="http://schemas.microsoft.com/office/drawing/2014/main" id="{F69D853E-388C-33D9-3DBF-0C4991862C9A}"/>
              </a:ext>
            </a:extLst>
          </p:cNvPr>
          <p:cNvSpPr>
            <a:spLocks noGrp="1"/>
          </p:cNvSpPr>
          <p:nvPr>
            <p:ph type="sldNum" sz="quarter" idx="12"/>
          </p:nvPr>
        </p:nvSpPr>
        <p:spPr>
          <a:xfrm>
            <a:off x="7029450" y="361948"/>
            <a:ext cx="2057400" cy="365125"/>
          </a:xfrm>
        </p:spPr>
        <p:txBody>
          <a:bodyPr/>
          <a:lstStyle/>
          <a:p>
            <a:fld id="{36CC8B87-28FD-40C1-8BEA-A488324BDA2F}" type="slidenum">
              <a:rPr kumimoji="1" lang="ja-JP" altLang="en-US" smtClean="0"/>
              <a:t>18</a:t>
            </a:fld>
            <a:endParaRPr kumimoji="1" lang="ja-JP" altLang="en-US" dirty="0"/>
          </a:p>
        </p:txBody>
      </p:sp>
      <p:sp>
        <p:nvSpPr>
          <p:cNvPr id="4" name="コンテンツ プレースホルダー 3">
            <a:extLst>
              <a:ext uri="{FF2B5EF4-FFF2-40B4-BE49-F238E27FC236}">
                <a16:creationId xmlns:a16="http://schemas.microsoft.com/office/drawing/2014/main" id="{061E99B6-A585-9A4E-C769-E439291FA7EE}"/>
              </a:ext>
            </a:extLst>
          </p:cNvPr>
          <p:cNvSpPr>
            <a:spLocks noGrp="1"/>
          </p:cNvSpPr>
          <p:nvPr>
            <p:ph idx="1"/>
          </p:nvPr>
        </p:nvSpPr>
        <p:spPr>
          <a:xfrm>
            <a:off x="611188" y="1268413"/>
            <a:ext cx="7904162" cy="4584700"/>
          </a:xfrm>
        </p:spPr>
        <p:txBody>
          <a:bodyPr/>
          <a:lstStyle/>
          <a:p>
            <a:pPr>
              <a:lnSpc>
                <a:spcPct val="200000"/>
              </a:lnSpc>
            </a:pPr>
            <a:r>
              <a:rPr kumimoji="1" lang="ja-JP" altLang="en-US" dirty="0"/>
              <a:t>現在行っている環境構築を完成させる</a:t>
            </a:r>
            <a:endParaRPr kumimoji="1" lang="en-US" altLang="ja-JP" dirty="0"/>
          </a:p>
          <a:p>
            <a:pPr>
              <a:lnSpc>
                <a:spcPct val="200000"/>
              </a:lnSpc>
            </a:pPr>
            <a:r>
              <a:rPr kumimoji="1" lang="ja-JP" altLang="en-US" dirty="0"/>
              <a:t>リアルタイムで深さ画像を生成する</a:t>
            </a:r>
            <a:br>
              <a:rPr kumimoji="1" lang="en-US" altLang="ja-JP" dirty="0"/>
            </a:br>
            <a:r>
              <a:rPr kumimoji="1" lang="ja-JP" altLang="en-US" dirty="0"/>
              <a:t>プログラムを構成する</a:t>
            </a:r>
            <a:endParaRPr kumimoji="1" lang="en-US" altLang="ja-JP" dirty="0"/>
          </a:p>
          <a:p>
            <a:pPr>
              <a:lnSpc>
                <a:spcPct val="200000"/>
              </a:lnSpc>
            </a:pPr>
            <a:r>
              <a:rPr kumimoji="1" lang="en-US" altLang="ja-JP" dirty="0"/>
              <a:t>SLAM</a:t>
            </a:r>
            <a:r>
              <a:rPr kumimoji="1" lang="ja-JP" altLang="en-US" dirty="0"/>
              <a:t>の環境を構築する</a:t>
            </a:r>
            <a:endParaRPr kumimoji="1" lang="en-US" altLang="ja-JP" dirty="0"/>
          </a:p>
        </p:txBody>
      </p:sp>
    </p:spTree>
    <p:extLst>
      <p:ext uri="{BB962C8B-B14F-4D97-AF65-F5344CB8AC3E}">
        <p14:creationId xmlns:p14="http://schemas.microsoft.com/office/powerpoint/2010/main" val="336266732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タイトル 4">
            <a:extLst>
              <a:ext uri="{FF2B5EF4-FFF2-40B4-BE49-F238E27FC236}">
                <a16:creationId xmlns:a16="http://schemas.microsoft.com/office/drawing/2014/main" id="{BA02A9DC-ED78-18CA-2598-99DD6B70D832}"/>
              </a:ext>
            </a:extLst>
          </p:cNvPr>
          <p:cNvSpPr>
            <a:spLocks noGrp="1"/>
          </p:cNvSpPr>
          <p:nvPr>
            <p:ph type="ctrTitle"/>
          </p:nvPr>
        </p:nvSpPr>
        <p:spPr/>
        <p:txBody>
          <a:bodyPr>
            <a:normAutofit/>
          </a:bodyPr>
          <a:lstStyle/>
          <a:p>
            <a:r>
              <a:rPr lang="ja-JP" altLang="en-US" sz="3600" dirty="0"/>
              <a:t>ご清聴ありがとうございました</a:t>
            </a:r>
          </a:p>
        </p:txBody>
      </p:sp>
      <p:sp>
        <p:nvSpPr>
          <p:cNvPr id="2" name="字幕 1">
            <a:extLst>
              <a:ext uri="{FF2B5EF4-FFF2-40B4-BE49-F238E27FC236}">
                <a16:creationId xmlns:a16="http://schemas.microsoft.com/office/drawing/2014/main" id="{99D44BF3-7D45-3455-6B86-AF6F9ED2145A}"/>
              </a:ext>
            </a:extLst>
          </p:cNvPr>
          <p:cNvSpPr>
            <a:spLocks noGrp="1"/>
          </p:cNvSpPr>
          <p:nvPr>
            <p:ph type="subTitle" idx="1"/>
          </p:nvPr>
        </p:nvSpPr>
        <p:spPr/>
        <p:txBody>
          <a:bodyPr/>
          <a:lstStyle/>
          <a:p>
            <a:endParaRPr lang="ja-JP" altLang="en-US"/>
          </a:p>
        </p:txBody>
      </p:sp>
      <p:sp>
        <p:nvSpPr>
          <p:cNvPr id="3" name="スライド番号プレースホルダー 2">
            <a:extLst>
              <a:ext uri="{FF2B5EF4-FFF2-40B4-BE49-F238E27FC236}">
                <a16:creationId xmlns:a16="http://schemas.microsoft.com/office/drawing/2014/main" id="{30BBB8B8-6C4B-DB12-D6EF-5D64EB35EDCE}"/>
              </a:ext>
            </a:extLst>
          </p:cNvPr>
          <p:cNvSpPr>
            <a:spLocks noGrp="1"/>
          </p:cNvSpPr>
          <p:nvPr>
            <p:ph type="sldNum" sz="quarter" idx="12"/>
          </p:nvPr>
        </p:nvSpPr>
        <p:spPr/>
        <p:txBody>
          <a:bodyPr/>
          <a:lstStyle/>
          <a:p>
            <a:fld id="{36CC8B87-28FD-40C1-8BEA-A488324BDA2F}" type="slidenum">
              <a:rPr kumimoji="1" lang="ja-JP" altLang="en-US" smtClean="0"/>
              <a:t>19</a:t>
            </a:fld>
            <a:endParaRPr kumimoji="1" lang="ja-JP" altLang="en-US" dirty="0"/>
          </a:p>
        </p:txBody>
      </p:sp>
    </p:spTree>
    <p:extLst>
      <p:ext uri="{BB962C8B-B14F-4D97-AF65-F5344CB8AC3E}">
        <p14:creationId xmlns:p14="http://schemas.microsoft.com/office/powerpoint/2010/main" val="931622667"/>
      </p:ext>
    </p:extLst>
  </p:cSld>
  <p:clrMapOvr>
    <a:masterClrMapping/>
  </p:clrMapOvr>
</p:sld>
</file>

<file path=ppt/theme/theme1.xml><?xml version="1.0" encoding="utf-8"?>
<a:theme xmlns:a="http://schemas.openxmlformats.org/drawingml/2006/main" name="Office テーマ">
  <a:themeElements>
    <a:clrScheme name="Office テーマ">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テーマ">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テーマ">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テーマ">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游ゴシック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Office Theme</Template>
  <TotalTime>11037</TotalTime>
  <Words>1707</Words>
  <Application>Microsoft Office PowerPoint</Application>
  <PresentationFormat>画面に合わせる (4:3)</PresentationFormat>
  <Paragraphs>171</Paragraphs>
  <Slides>19</Slides>
  <Notes>14</Notes>
  <HiddenSlides>0</HiddenSlides>
  <MMClips>0</MMClips>
  <ScaleCrop>false</ScaleCrop>
  <HeadingPairs>
    <vt:vector size="6" baseType="variant">
      <vt:variant>
        <vt:lpstr>使用されているフォント</vt:lpstr>
      </vt:variant>
      <vt:variant>
        <vt:i4>5</vt:i4>
      </vt:variant>
      <vt:variant>
        <vt:lpstr>テーマ</vt:lpstr>
      </vt:variant>
      <vt:variant>
        <vt:i4>1</vt:i4>
      </vt:variant>
      <vt:variant>
        <vt:lpstr>スライド タイトル</vt:lpstr>
      </vt:variant>
      <vt:variant>
        <vt:i4>19</vt:i4>
      </vt:variant>
    </vt:vector>
  </HeadingPairs>
  <TitlesOfParts>
    <vt:vector size="25" baseType="lpstr">
      <vt:lpstr>游ゴシック</vt:lpstr>
      <vt:lpstr>游ゴシック Medium</vt:lpstr>
      <vt:lpstr>Aptos</vt:lpstr>
      <vt:lpstr>Arial</vt:lpstr>
      <vt:lpstr>Wingdings</vt:lpstr>
      <vt:lpstr>Office テーマ</vt:lpstr>
      <vt:lpstr>4つの魚眼カメラで 生成したパノラマ深さ画像 を用いたSLAMに関する研究</vt:lpstr>
      <vt:lpstr>背景と目的</vt:lpstr>
      <vt:lpstr>SLAM</vt:lpstr>
      <vt:lpstr>ソフトウェア構成</vt:lpstr>
      <vt:lpstr>ハードウェア構成</vt:lpstr>
      <vt:lpstr>深度を取得する原理１</vt:lpstr>
      <vt:lpstr>深度を取得する原理２</vt:lpstr>
      <vt:lpstr>深度を取得する原理３</vt:lpstr>
      <vt:lpstr>カラー画像を深度画像に変換１</vt:lpstr>
      <vt:lpstr>カラー画像を深度画像に変換２</vt:lpstr>
      <vt:lpstr>カラー画像を深度画像に変換３</vt:lpstr>
      <vt:lpstr>カラー画像を深さ画像に変換４</vt:lpstr>
      <vt:lpstr>方向性インペインティング</vt:lpstr>
      <vt:lpstr>地図作成と自己位置推定</vt:lpstr>
      <vt:lpstr>環境構築</vt:lpstr>
      <vt:lpstr>環境構築が滞っている原因</vt:lpstr>
      <vt:lpstr>まとめ</vt:lpstr>
      <vt:lpstr>今後の予定</vt:lpstr>
      <vt:lpstr>ご清聴ありがとうございました</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TAKAGISHI Tsukasa</dc:creator>
  <cp:lastModifiedBy>TAKAGISHI Tsukasa</cp:lastModifiedBy>
  <cp:revision>257</cp:revision>
  <dcterms:created xsi:type="dcterms:W3CDTF">2025-10-17T07:11:31Z</dcterms:created>
  <dcterms:modified xsi:type="dcterms:W3CDTF">2025-10-27T01:40:09Z</dcterms:modified>
</cp:coreProperties>
</file>