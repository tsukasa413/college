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322" r:id="rId3"/>
    <p:sldId id="268" r:id="rId4"/>
    <p:sldId id="32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2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10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53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18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438"/>
            <a:ext cx="10515600" cy="515143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6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45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1438"/>
            <a:ext cx="5157787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9432"/>
            <a:ext cx="5157787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41438"/>
            <a:ext cx="5183188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9432"/>
            <a:ext cx="5183188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71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20A41-C2F2-830B-0BA3-9945CC50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2ABA2B-FEDD-1F63-85E7-E29D1EFD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E3A97F-941E-7D00-235D-8811B51A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7EB4FF-5B83-0D99-B93B-86DC6E1E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8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D7075E-F8FE-46E9-154A-DA86118B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882393-CE5D-46D5-AE31-A44B21D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A965E-D2BB-B51B-EB92-7ACFC98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5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60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2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48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7EF4B-CAD7-4ECD-9387-FFC829E2D8C7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0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/>
        </p:nvSpPr>
        <p:spPr>
          <a:xfrm>
            <a:off x="0" y="0"/>
            <a:ext cx="12192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437"/>
            <a:ext cx="105156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570540CD-BED3-48FE-B6A7-FFAD53080D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orient="horz" pos="731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DA5D69C-D287-5F8C-057A-FEC02EE27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Where is </a:t>
            </a:r>
            <a:br>
              <a:rPr lang="en-US" altLang="ja-JP" dirty="0"/>
            </a:br>
            <a:r>
              <a:rPr lang="en-US" altLang="ja-JP" dirty="0"/>
              <a:t>the release package</a:t>
            </a:r>
            <a:endParaRPr lang="ja-JP" altLang="en-US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0A813CA-AAD2-8FBC-BF1B-C429C7B31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790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B7529-478B-262D-54A6-76696CCB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My plan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183FF0-7C23-7E74-7831-3017B9DF3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Make camera frame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Set up the Orin environment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Try the existing program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Solve the problems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kumimoji="1" lang="en-US" altLang="ja-JP" dirty="0"/>
              <a:t>Combine with SLAM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kumimoji="1" lang="en-US" altLang="ja-JP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089C7F-E89B-317A-AB21-33DF5254CDBB}"/>
              </a:ext>
            </a:extLst>
          </p:cNvPr>
          <p:cNvSpPr txBox="1"/>
          <p:nvPr/>
        </p:nvSpPr>
        <p:spPr>
          <a:xfrm>
            <a:off x="5791628" y="2468012"/>
            <a:ext cx="190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←</a:t>
            </a:r>
            <a:r>
              <a:rPr lang="en-US" altLang="ja-JP" sz="2400" dirty="0"/>
              <a:t>I am here.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6511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9D838-BC23-B95E-C134-0641F033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Previous problems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05ACE-C906-DD55-BCB6-E8C75F579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dirty="0"/>
              <a:t>Browser isn’t working properly in Jetson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It seems like I don't have permission to access the directory where browser data is stored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ja-JP" altLang="en-US" dirty="0"/>
              <a:t>➞</a:t>
            </a:r>
            <a:r>
              <a:rPr lang="en-US" altLang="ja-JP" dirty="0"/>
              <a:t>Control the main PC via VNC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The release package cannot be found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I checked the purchase page but only found a download form for documentation-related items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ja-JP" altLang="en-US" dirty="0"/>
              <a:t>➞</a:t>
            </a:r>
            <a:r>
              <a:rPr lang="en-US" altLang="ja-JP" dirty="0"/>
              <a:t>I'll send an email to inquire</a:t>
            </a:r>
          </a:p>
          <a:p>
            <a:pPr>
              <a:lnSpc>
                <a:spcPct val="150000"/>
              </a:lnSpc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197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5033F-2BBB-318B-0E62-5CB6555B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直近の問題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2677FE-342B-A4FB-1306-3D60AC4AC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kumimoji="1" lang="ja-JP" altLang="en-US" dirty="0"/>
              <a:t>カスタマーサポートで問い合わせてみました．</a:t>
            </a:r>
            <a:endParaRPr kumimoji="1" lang="en-US" altLang="ja-JP" dirty="0"/>
          </a:p>
          <a:p>
            <a:pPr>
              <a:lnSpc>
                <a:spcPct val="200000"/>
              </a:lnSpc>
            </a:pPr>
            <a:r>
              <a:rPr kumimoji="1" lang="en-US" altLang="ja-JP" dirty="0"/>
              <a:t>Sales Order number</a:t>
            </a:r>
            <a:r>
              <a:rPr kumimoji="1" lang="ja-JP" altLang="en-US" dirty="0"/>
              <a:t>の紙が無い</a:t>
            </a:r>
            <a:endParaRPr kumimoji="1" lang="en-US" altLang="ja-JP" dirty="0"/>
          </a:p>
          <a:p>
            <a:pPr lvl="1">
              <a:lnSpc>
                <a:spcPct val="200000"/>
              </a:lnSpc>
            </a:pPr>
            <a:r>
              <a:rPr lang="ja-JP" altLang="en-US" dirty="0"/>
              <a:t>捨てたのでしょうか．見つかりません．</a:t>
            </a:r>
            <a:endParaRPr lang="en-US" altLang="ja-JP" dirty="0"/>
          </a:p>
          <a:p>
            <a:pPr lvl="1">
              <a:lnSpc>
                <a:spcPct val="200000"/>
              </a:lnSpc>
            </a:pPr>
            <a:r>
              <a:rPr kumimoji="1" lang="ja-JP" altLang="en-US" dirty="0"/>
              <a:t>生協に問い合わせをお願いしている．</a:t>
            </a:r>
            <a:endParaRPr kumimoji="1" lang="en-US" altLang="ja-JP" dirty="0"/>
          </a:p>
          <a:p>
            <a:pPr>
              <a:lnSpc>
                <a:spcPct val="200000"/>
              </a:lnSpc>
            </a:pPr>
            <a:r>
              <a:rPr kumimoji="1" lang="ja-JP" altLang="en-US" dirty="0"/>
              <a:t>カメラフレームを新調しました．</a:t>
            </a:r>
          </a:p>
        </p:txBody>
      </p:sp>
    </p:spTree>
    <p:extLst>
      <p:ext uri="{BB962C8B-B14F-4D97-AF65-F5344CB8AC3E}">
        <p14:creationId xmlns:p14="http://schemas.microsoft.com/office/powerpoint/2010/main" val="2941315986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</Template>
  <TotalTime>1786</TotalTime>
  <Words>125</Words>
  <Application>Microsoft Office PowerPoint</Application>
  <PresentationFormat>ワイド画面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Medium</vt:lpstr>
      <vt:lpstr>Arial</vt:lpstr>
      <vt:lpstr>Wingdings</vt:lpstr>
      <vt:lpstr>introduction</vt:lpstr>
      <vt:lpstr>Where is  the release package</vt:lpstr>
      <vt:lpstr>My plan</vt:lpstr>
      <vt:lpstr>Previous problems</vt:lpstr>
      <vt:lpstr>直近の問題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6</cp:revision>
  <dcterms:created xsi:type="dcterms:W3CDTF">2025-09-08T22:05:48Z</dcterms:created>
  <dcterms:modified xsi:type="dcterms:W3CDTF">2025-10-07T05:43:03Z</dcterms:modified>
</cp:coreProperties>
</file>