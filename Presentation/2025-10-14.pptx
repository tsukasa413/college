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328" r:id="rId3"/>
    <p:sldId id="258" r:id="rId4"/>
    <p:sldId id="323" r:id="rId5"/>
    <p:sldId id="324" r:id="rId6"/>
    <p:sldId id="325" r:id="rId7"/>
    <p:sldId id="326" r:id="rId8"/>
    <p:sldId id="327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74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317" y="47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D1445D-B0F8-733F-9422-5547FE77D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18556"/>
            <a:ext cx="9144000" cy="2020888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EE79A5E-E0BF-0920-11E9-43C7DC252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67299"/>
            <a:ext cx="9144000" cy="1152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080CED-07D8-C9F1-59A2-4839D384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61451B-8909-6CE7-4F89-22F10E94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2531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186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12D68-86E2-A5E0-B1E1-99B9BF66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138EE1-AABF-BDE7-1448-2382A3081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438"/>
            <a:ext cx="10515600" cy="515143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37D407-2C7E-0672-3C21-D86ABC8B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6575" y="1"/>
            <a:ext cx="1495425" cy="795338"/>
          </a:xfrm>
        </p:spPr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268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F86B23-3DD1-48B3-109A-2ED551A8E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20AC70-C243-7E98-6E1F-64B5D24F2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9C6B54-ED55-D673-6060-E9328858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990E5D-6612-F164-8C94-CE7E6A0E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2F7194-2B2D-9032-D396-3DFF33C5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51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CABE2-2E06-68BB-CC10-A8938572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7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BDD20F-A9F4-1C70-80C2-2D992413D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41438"/>
            <a:ext cx="5181600" cy="51482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BCEB52-63CF-C489-6E50-2CED723FF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1438"/>
            <a:ext cx="5181600" cy="51482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1F0B767-BA68-C69A-1BC1-0867F1C92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5" y="0"/>
            <a:ext cx="1495425" cy="79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45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2975B-7D7C-3B63-5B49-45442800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9533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AD19D4-0AE9-625A-6596-63CB9FD89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41438"/>
            <a:ext cx="5157787" cy="6470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C2C410-BC89-B7B1-2851-F1F727AD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69432"/>
            <a:ext cx="5157787" cy="402023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4DA709-1699-42C0-7278-40B036BE2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341438"/>
            <a:ext cx="5183188" cy="6470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EBC964D-E34C-0CA9-A4C5-11369ACC8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69432"/>
            <a:ext cx="5183188" cy="402023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5C7CBB6-8FDE-A243-F559-D92DBFEB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409EC41-6D89-4D0F-4C3E-C3FDD41B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5162CA-C78B-F2AB-CAAB-61F9EE23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71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C20A41-C2F2-830B-0BA3-9945CC50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42ABA2B-FEDD-1F63-85E7-E29D1EFD0E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E3A97F-941E-7D00-235D-8811B51A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E7EB4FF-5B83-0D99-B93B-86DC6E1E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28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AD7075E-F8FE-46E9-154A-DA86118B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A882393-CE5D-46D5-AE31-A44B21D9F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5A965E-D2BB-B51B-EB92-7ACFC98C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57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479463-3320-BE7C-4D4E-699D16F5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14E8AD-4DE9-7EF2-B446-493321B7E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3F7551-562C-28AB-4202-A78B35DC2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BF8731-7543-6FE1-039B-43AE9EB3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EB3A43-A089-FA7C-62CA-99F79856F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B7DBE8-6884-EC65-D152-D123FB9D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560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8ECA59-639A-39FC-FEED-AF2815564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FA9C005-ED7C-25B1-840F-B1D4DE0B2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640B46-C2B0-351C-56BD-275B7BE89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709412-CA1F-B82D-B9FC-2E52941B0B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31B903-2C48-AB75-1EEF-4E346E62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FFC39D-519A-A635-D595-D49195EA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2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2C1F2-EBD9-FF5E-464C-C7F699F3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9F80F5-AB63-0771-3030-2DC1B3F6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256937-5A34-440A-F498-E4C6E6B3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D94EF9-9F8C-FE2E-3E32-C6AE80B2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8464F9-4C59-D5B5-FCA1-DF1BA1CB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480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54572C9-4D05-A807-7F94-6CEF11A20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F3A3DF-0669-C587-5255-B72C6205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5C8F58-97DC-4240-BFD1-8CBAE54B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75FE80-830F-6337-37AD-799070FE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85FC1F-8A4C-1AF2-E90E-4352BB3A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709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E73016B-E760-D946-6C7E-E26AD0952F44}"/>
              </a:ext>
            </a:extLst>
          </p:cNvPr>
          <p:cNvSpPr/>
          <p:nvPr/>
        </p:nvSpPr>
        <p:spPr>
          <a:xfrm>
            <a:off x="0" y="0"/>
            <a:ext cx="12192000" cy="11604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C7CA3AA-AE30-8396-10D0-71DEE002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96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B39CDB-5A95-C8DF-1363-584A0521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437"/>
            <a:ext cx="10515600" cy="5151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2D82E-CBF5-1994-62CF-5A35BF16E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5" y="0"/>
            <a:ext cx="1495425" cy="79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5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游ゴシック Medium" panose="020B0500000000000000" pitchFamily="50" charset="-128"/>
        <a:buChar char="-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orient="horz" pos="845">
          <p15:clr>
            <a:srgbClr val="F26B43"/>
          </p15:clr>
        </p15:guide>
        <p15:guide id="3" orient="horz" pos="731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cs.nvidia.com/cuda/cusparselt/index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EDA5D69C-D287-5F8C-057A-FEC02EE274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進捗報告</a:t>
            </a:r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50A813CA-AAD2-8FBC-BF1B-C429C7B31A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ja-JP" dirty="0"/>
          </a:p>
          <a:p>
            <a:r>
              <a:rPr lang="ja-JP" altLang="en-US" dirty="0"/>
              <a:t>髙岸司</a:t>
            </a:r>
          </a:p>
        </p:txBody>
      </p:sp>
    </p:spTree>
    <p:extLst>
      <p:ext uri="{BB962C8B-B14F-4D97-AF65-F5344CB8AC3E}">
        <p14:creationId xmlns:p14="http://schemas.microsoft.com/office/powerpoint/2010/main" val="408790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1967FC-14B2-177F-CCE6-522E1DD7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前回までのあらすじ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E3F6E5-1BEA-0FA6-5DA1-8AC6C0C59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kumimoji="1" lang="ja-JP" altLang="en-US" dirty="0"/>
              <a:t>リリースパッケージがないよ</a:t>
            </a:r>
            <a:endParaRPr kumimoji="1" lang="en-US" altLang="ja-JP" dirty="0"/>
          </a:p>
          <a:p>
            <a:pPr lvl="1">
              <a:lnSpc>
                <a:spcPct val="200000"/>
              </a:lnSpc>
            </a:pPr>
            <a:r>
              <a:rPr lang="en-US" altLang="ja-JP" dirty="0" err="1"/>
              <a:t>SONumber</a:t>
            </a:r>
            <a:r>
              <a:rPr lang="ja-JP" altLang="en-US" dirty="0"/>
              <a:t>は判明したけどなぜかダウンロードフォームに入れない</a:t>
            </a:r>
            <a:endParaRPr lang="en-US" altLang="ja-JP" dirty="0"/>
          </a:p>
          <a:p>
            <a:pPr>
              <a:lnSpc>
                <a:spcPct val="200000"/>
              </a:lnSpc>
            </a:pPr>
            <a:r>
              <a:rPr kumimoji="1" lang="ja-JP" altLang="en-US" dirty="0"/>
              <a:t>新カメラフレーム作った</a:t>
            </a:r>
            <a:endParaRPr kumimoji="1" lang="en-US" altLang="ja-JP" dirty="0"/>
          </a:p>
          <a:p>
            <a:pPr lvl="1">
              <a:lnSpc>
                <a:spcPct val="200000"/>
              </a:lnSpc>
            </a:pPr>
            <a:r>
              <a:rPr lang="ja-JP" altLang="en-US" dirty="0"/>
              <a:t>正直まだ上は作り直したい</a:t>
            </a:r>
            <a:endParaRPr kumimoji="1" lang="en-US" altLang="ja-JP" dirty="0"/>
          </a:p>
          <a:p>
            <a:pPr>
              <a:lnSpc>
                <a:spcPct val="200000"/>
              </a:lnSpc>
            </a:pPr>
            <a:r>
              <a:rPr lang="ja-JP" altLang="en-US" dirty="0"/>
              <a:t>先行研究のテストデータはやり始めれるという発見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2076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933887-274F-8D64-063F-0033E527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ルートマップ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253B5F-1A0F-0234-E060-D07EB779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CA26CEF-D5C6-66EA-3716-BA91BC15ACC2}"/>
              </a:ext>
            </a:extLst>
          </p:cNvPr>
          <p:cNvSpPr/>
          <p:nvPr/>
        </p:nvSpPr>
        <p:spPr>
          <a:xfrm>
            <a:off x="839788" y="1905000"/>
            <a:ext cx="2047163" cy="11941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カメラ環境構築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98675C-705A-C9E1-CB75-C1F169F70CBF}"/>
              </a:ext>
            </a:extLst>
          </p:cNvPr>
          <p:cNvSpPr/>
          <p:nvPr/>
        </p:nvSpPr>
        <p:spPr>
          <a:xfrm>
            <a:off x="839788" y="4293360"/>
            <a:ext cx="2047163" cy="11941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先行研究の</a:t>
            </a:r>
            <a:br>
              <a:rPr kumimoji="1" lang="en-US" altLang="ja-JP" dirty="0"/>
            </a:br>
            <a:r>
              <a:rPr kumimoji="1" lang="ja-JP" altLang="en-US" dirty="0"/>
              <a:t>環境構築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A1905AE-8B96-ABB1-0D97-4046E23C6AC8}"/>
              </a:ext>
            </a:extLst>
          </p:cNvPr>
          <p:cNvSpPr/>
          <p:nvPr/>
        </p:nvSpPr>
        <p:spPr>
          <a:xfrm>
            <a:off x="5024650" y="1905000"/>
            <a:ext cx="2047163" cy="11941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リアルタイム</a:t>
            </a:r>
            <a:br>
              <a:rPr kumimoji="1" lang="en-US" altLang="ja-JP" dirty="0"/>
            </a:br>
            <a:r>
              <a:rPr kumimoji="1" lang="ja-JP" altLang="en-US" dirty="0"/>
              <a:t>深さ画像生成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4B0219B-C041-DDFD-7A81-3A96EAA93F4B}"/>
              </a:ext>
            </a:extLst>
          </p:cNvPr>
          <p:cNvSpPr/>
          <p:nvPr/>
        </p:nvSpPr>
        <p:spPr>
          <a:xfrm>
            <a:off x="5024649" y="4293360"/>
            <a:ext cx="2047163" cy="11941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SLAM</a:t>
            </a:r>
            <a:r>
              <a:rPr kumimoji="1" lang="ja-JP" altLang="en-US" dirty="0"/>
              <a:t>環境構築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444A957-2F55-92C6-66EF-D2E5A363B297}"/>
              </a:ext>
            </a:extLst>
          </p:cNvPr>
          <p:cNvSpPr/>
          <p:nvPr/>
        </p:nvSpPr>
        <p:spPr>
          <a:xfrm>
            <a:off x="9305049" y="3099180"/>
            <a:ext cx="2047163" cy="11941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SLAM</a:t>
            </a:r>
            <a:endParaRPr kumimoji="1" lang="ja-JP" altLang="en-US" dirty="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EEFF297-0104-231C-FC07-176518E4A05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886951" y="2502090"/>
            <a:ext cx="2137699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9399B3B-5CF0-A4CB-29EC-EF17E9F3FD1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886951" y="2502090"/>
            <a:ext cx="2137699" cy="2388360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矢印コネクタ 12">
            <a:extLst>
              <a:ext uri="{FF2B5EF4-FFF2-40B4-BE49-F238E27FC236}">
                <a16:creationId xmlns:a16="http://schemas.microsoft.com/office/drawing/2014/main" id="{7EEABE5A-1B98-AC5F-46EA-DBDAD59F9DD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7071813" y="2502090"/>
            <a:ext cx="2233236" cy="1194180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線矢印コネクタ 12">
            <a:extLst>
              <a:ext uri="{FF2B5EF4-FFF2-40B4-BE49-F238E27FC236}">
                <a16:creationId xmlns:a16="http://schemas.microsoft.com/office/drawing/2014/main" id="{15592DB7-4AD7-6C61-2A8B-1CB1EF20F1B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7071812" y="3696270"/>
            <a:ext cx="2233237" cy="1194180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531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95033F-2BBB-318B-0E62-5CB6555BC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カメラの環境構築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2677FE-342B-A4FB-1306-3D60AC4AC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kumimoji="1" lang="ja-JP" altLang="en-US" dirty="0"/>
              <a:t>リリースパッケージがない</a:t>
            </a:r>
            <a:endParaRPr kumimoji="1" lang="en-US" altLang="ja-JP" dirty="0"/>
          </a:p>
          <a:p>
            <a:pPr lvl="1">
              <a:lnSpc>
                <a:spcPct val="200000"/>
              </a:lnSpc>
            </a:pPr>
            <a:r>
              <a:rPr lang="ja-JP" altLang="en-US" dirty="0"/>
              <a:t>原因はよくわかりませんでした</a:t>
            </a:r>
            <a:endParaRPr lang="en-US" altLang="ja-JP" dirty="0"/>
          </a:p>
          <a:p>
            <a:pPr lvl="1">
              <a:lnSpc>
                <a:spcPct val="200000"/>
              </a:lnSpc>
            </a:pPr>
            <a:r>
              <a:rPr lang="ja-JP" altLang="en-US" dirty="0"/>
              <a:t>昨日</a:t>
            </a:r>
            <a:r>
              <a:rPr kumimoji="1" lang="ja-JP" altLang="en-US" dirty="0"/>
              <a:t>連絡があって直接共有してもらえるリンクを送ってもらえた</a:t>
            </a:r>
            <a:endParaRPr kumimoji="1" lang="en-US" altLang="ja-JP" dirty="0"/>
          </a:p>
          <a:p>
            <a:pPr lvl="1">
              <a:lnSpc>
                <a:spcPct val="200000"/>
              </a:lnSpc>
            </a:pPr>
            <a:r>
              <a:rPr lang="ja-JP" altLang="en-US" dirty="0"/>
              <a:t>スタートマニュアルを進めていく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4131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E0D6F0-3465-CF4A-AA27-EFB76858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先行研究の環境構築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F71E87-6C02-918B-B15A-9D356CF3D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ja-JP" altLang="en-US" dirty="0"/>
              <a:t>現環境</a:t>
            </a:r>
            <a:r>
              <a:rPr kumimoji="1" lang="en-US" altLang="ja-JP" dirty="0"/>
              <a:t>(</a:t>
            </a:r>
            <a:r>
              <a:rPr kumimoji="1" lang="ja-JP" altLang="en-US" dirty="0"/>
              <a:t>論文の</a:t>
            </a:r>
            <a:r>
              <a:rPr kumimoji="1" lang="en-US" altLang="ja-JP" dirty="0" err="1"/>
              <a:t>yml</a:t>
            </a:r>
            <a:r>
              <a:rPr kumimoji="1" lang="ja-JP" altLang="en-US" dirty="0"/>
              <a:t>を</a:t>
            </a:r>
            <a:r>
              <a:rPr kumimoji="1" lang="en-US" altLang="ja-JP" dirty="0" err="1"/>
              <a:t>conda</a:t>
            </a:r>
            <a:r>
              <a:rPr kumimoji="1" lang="ja-JP" altLang="en-US" dirty="0"/>
              <a:t>にそのまま下ろしてきた場合</a:t>
            </a:r>
            <a:r>
              <a:rPr kumimoji="1" lang="en-US" altLang="ja-JP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ja-JP" dirty="0"/>
              <a:t>OS</a:t>
            </a:r>
            <a:r>
              <a:rPr lang="ja-JP" altLang="en-US" dirty="0"/>
              <a:t>：</a:t>
            </a:r>
            <a:r>
              <a:rPr lang="en-US" altLang="ja-JP" dirty="0"/>
              <a:t>JetPack6.0(</a:t>
            </a:r>
            <a:r>
              <a:rPr lang="ja-JP" altLang="en-US" dirty="0"/>
              <a:t>以前フラッシュした</a:t>
            </a:r>
            <a:r>
              <a:rPr lang="en-US" altLang="ja-JP" dirty="0"/>
              <a:t>OS)</a:t>
            </a:r>
          </a:p>
          <a:p>
            <a:pPr lvl="1">
              <a:lnSpc>
                <a:spcPct val="150000"/>
              </a:lnSpc>
            </a:pPr>
            <a:r>
              <a:rPr lang="en-US" altLang="ja-JP" dirty="0"/>
              <a:t>Cuda</a:t>
            </a:r>
            <a:r>
              <a:rPr lang="ja-JP" altLang="en-US" dirty="0"/>
              <a:t>：</a:t>
            </a:r>
            <a:r>
              <a:rPr lang="en-US" altLang="ja-JP" dirty="0"/>
              <a:t>12.6(</a:t>
            </a:r>
            <a:r>
              <a:rPr lang="en-US" altLang="ja-JP" dirty="0" err="1"/>
              <a:t>JetPack</a:t>
            </a:r>
            <a:r>
              <a:rPr lang="ja-JP" altLang="en-US" dirty="0"/>
              <a:t>についてきた</a:t>
            </a:r>
            <a:r>
              <a:rPr lang="en-US" altLang="ja-JP" dirty="0"/>
              <a:t>)</a:t>
            </a:r>
          </a:p>
          <a:p>
            <a:pPr lvl="1">
              <a:lnSpc>
                <a:spcPct val="150000"/>
              </a:lnSpc>
            </a:pPr>
            <a:r>
              <a:rPr kumimoji="1" lang="en-US" altLang="ja-JP" dirty="0"/>
              <a:t>Python</a:t>
            </a:r>
            <a:r>
              <a:rPr kumimoji="1" lang="ja-JP" altLang="en-US" dirty="0"/>
              <a:t>：</a:t>
            </a:r>
            <a:r>
              <a:rPr kumimoji="1" lang="en-US" altLang="ja-JP" dirty="0"/>
              <a:t>ver3.11(</a:t>
            </a:r>
            <a:r>
              <a:rPr kumimoji="1" lang="en-US" altLang="ja-JP" dirty="0" err="1"/>
              <a:t>yml</a:t>
            </a:r>
            <a:r>
              <a:rPr kumimoji="1" lang="en-US" altLang="ja-JP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ja-JP" dirty="0" err="1"/>
              <a:t>Pytorch</a:t>
            </a:r>
            <a:r>
              <a:rPr lang="ja-JP" altLang="en-US" dirty="0"/>
              <a:t>：</a:t>
            </a:r>
            <a:r>
              <a:rPr lang="en-US" altLang="ja-JP" dirty="0"/>
              <a:t>ver3.8(JetPack6.0</a:t>
            </a:r>
            <a:r>
              <a:rPr lang="ja-JP" altLang="en-US" dirty="0"/>
              <a:t>に対応してない</a:t>
            </a:r>
            <a:r>
              <a:rPr lang="en-US" altLang="ja-JP" dirty="0"/>
              <a:t>)</a:t>
            </a:r>
          </a:p>
          <a:p>
            <a:pPr lvl="1">
              <a:lnSpc>
                <a:spcPct val="150000"/>
              </a:lnSpc>
            </a:pPr>
            <a:endParaRPr kumimoji="1" lang="en-US" altLang="ja-JP" dirty="0"/>
          </a:p>
          <a:p>
            <a:pPr lvl="1">
              <a:lnSpc>
                <a:spcPct val="150000"/>
              </a:lnSpc>
            </a:pPr>
            <a:endParaRPr kumimoji="1" lang="en-US" altLang="ja-JP" dirty="0"/>
          </a:p>
          <a:p>
            <a:pPr>
              <a:lnSpc>
                <a:spcPct val="150000"/>
              </a:lnSpc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647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62CC01-A1E4-B361-7DB4-6EF5136D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先行研究の環境構築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1D0E16-489D-0F13-43B5-56847164D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ja-JP" dirty="0" err="1"/>
              <a:t>Pytorch</a:t>
            </a:r>
            <a:r>
              <a:rPr lang="ja-JP" altLang="en-US" dirty="0"/>
              <a:t>のバージョンが新しすぎる</a:t>
            </a:r>
            <a:endParaRPr lang="en-US" altLang="ja-JP" dirty="0"/>
          </a:p>
          <a:p>
            <a:pPr lvl="1"/>
            <a:r>
              <a:rPr lang="ja-JP" altLang="en-US" dirty="0"/>
              <a:t>そもそも</a:t>
            </a:r>
            <a:r>
              <a:rPr lang="en-US" altLang="ja-JP" dirty="0"/>
              <a:t>Jetson</a:t>
            </a:r>
            <a:r>
              <a:rPr lang="ja-JP" altLang="en-US" dirty="0"/>
              <a:t>に入れれる</a:t>
            </a:r>
            <a:r>
              <a:rPr lang="en-US" altLang="ja-JP" dirty="0" err="1"/>
              <a:t>Pytorch</a:t>
            </a:r>
            <a:r>
              <a:rPr lang="ja-JP" altLang="en-US" dirty="0"/>
              <a:t>のヴァージョンは限られている</a:t>
            </a:r>
            <a:endParaRPr lang="en-US" altLang="ja-JP" dirty="0"/>
          </a:p>
          <a:p>
            <a:pPr lvl="1"/>
            <a:r>
              <a:rPr lang="ja-JP" altLang="en-US" dirty="0"/>
              <a:t>論文</a:t>
            </a:r>
            <a:r>
              <a:rPr lang="en-US" altLang="ja-JP" dirty="0" err="1"/>
              <a:t>yml</a:t>
            </a:r>
            <a:r>
              <a:rPr lang="ja-JP" altLang="en-US" dirty="0"/>
              <a:t>ファイルはかなりアバウトな書かれ方をしていて</a:t>
            </a:r>
            <a:br>
              <a:rPr lang="en-US" altLang="ja-JP" dirty="0"/>
            </a:br>
            <a:r>
              <a:rPr lang="ja-JP" altLang="en-US" dirty="0"/>
              <a:t>最新のバージョンを拾ってきている</a:t>
            </a:r>
            <a:endParaRPr lang="en-US" altLang="ja-JP" dirty="0"/>
          </a:p>
          <a:p>
            <a:pPr lvl="1"/>
            <a:r>
              <a:rPr lang="ja-JP" altLang="en-US" dirty="0"/>
              <a:t>入れなおす必要あり</a:t>
            </a:r>
            <a:endParaRPr lang="en-US" altLang="ja-JP" dirty="0"/>
          </a:p>
          <a:p>
            <a:r>
              <a:rPr lang="en-US" altLang="ja-JP" dirty="0"/>
              <a:t>NVIDIA</a:t>
            </a:r>
            <a:r>
              <a:rPr lang="ja-JP" altLang="en-US" dirty="0"/>
              <a:t>から共有されている</a:t>
            </a:r>
            <a:r>
              <a:rPr lang="en-US" altLang="ja-JP" dirty="0"/>
              <a:t>URL</a:t>
            </a:r>
            <a:r>
              <a:rPr lang="ja-JP" altLang="en-US" dirty="0"/>
              <a:t>からダウンロード</a:t>
            </a:r>
            <a:endParaRPr lang="en-US" altLang="ja-JP" dirty="0"/>
          </a:p>
          <a:p>
            <a:pPr lvl="1"/>
            <a:r>
              <a:rPr lang="ja-JP" altLang="en-US" dirty="0"/>
              <a:t>現環境的に</a:t>
            </a:r>
            <a:r>
              <a:rPr lang="en-US" altLang="ja-JP" b="1" dirty="0" err="1">
                <a:hlinkClick r:id="rId2"/>
              </a:rPr>
              <a:t>cusparselt</a:t>
            </a:r>
            <a:r>
              <a:rPr lang="ja-JP" altLang="en-US" dirty="0"/>
              <a:t>なるライブラリも要るらしい</a:t>
            </a:r>
            <a:endParaRPr lang="en-US" altLang="ja-JP" dirty="0"/>
          </a:p>
          <a:p>
            <a:pPr lvl="1"/>
            <a:r>
              <a:rPr lang="ja-JP" altLang="en-US" dirty="0"/>
              <a:t>公式通りにしても入らない</a:t>
            </a:r>
            <a:endParaRPr lang="en-US" altLang="ja-JP" dirty="0"/>
          </a:p>
          <a:p>
            <a:pPr lvl="1"/>
            <a:r>
              <a:rPr lang="en-US" altLang="ja-JP" dirty="0"/>
              <a:t>Forum</a:t>
            </a:r>
            <a:r>
              <a:rPr lang="ja-JP" altLang="en-US" dirty="0"/>
              <a:t>からダウンロードしてきた</a:t>
            </a:r>
            <a:r>
              <a:rPr lang="en-US" altLang="ja-JP" dirty="0"/>
              <a:t>(</a:t>
            </a:r>
            <a:r>
              <a:rPr lang="ja-JP" altLang="en-US" dirty="0"/>
              <a:t>現環境に正確に合致してるかは不明</a:t>
            </a:r>
            <a:r>
              <a:rPr lang="en-US" altLang="ja-JP" dirty="0"/>
              <a:t>)</a:t>
            </a:r>
          </a:p>
          <a:p>
            <a:r>
              <a:rPr lang="en-US" altLang="ja-JP" dirty="0" err="1"/>
              <a:t>Pytorch</a:t>
            </a:r>
            <a:r>
              <a:rPr lang="ja-JP" altLang="en-US" dirty="0"/>
              <a:t>を入れる</a:t>
            </a:r>
            <a:endParaRPr lang="en-US" altLang="ja-JP" dirty="0"/>
          </a:p>
          <a:p>
            <a:pPr lvl="1"/>
            <a:r>
              <a:rPr lang="en-US" altLang="ja-JP" dirty="0"/>
              <a:t>Python</a:t>
            </a:r>
            <a:r>
              <a:rPr lang="ja-JP" altLang="en-US" dirty="0"/>
              <a:t>のバージョンが合わず入らない</a:t>
            </a:r>
            <a:endParaRPr lang="en-US" altLang="ja-JP" dirty="0"/>
          </a:p>
          <a:p>
            <a:pPr lvl="1"/>
            <a:r>
              <a:rPr lang="ja-JP" altLang="en-US" dirty="0"/>
              <a:t>無理やり</a:t>
            </a:r>
            <a:r>
              <a:rPr lang="en-US" altLang="ja-JP" dirty="0"/>
              <a:t>Python</a:t>
            </a:r>
            <a:r>
              <a:rPr lang="ja-JP" altLang="en-US" dirty="0"/>
              <a:t>のバージョンを下げて構築しようとすると</a:t>
            </a:r>
            <a:br>
              <a:rPr lang="en-US" altLang="ja-JP" dirty="0"/>
            </a:br>
            <a:r>
              <a:rPr lang="ja-JP" altLang="en-US" dirty="0"/>
              <a:t>他のライブラリと干渉</a:t>
            </a:r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7" name="図 6" descr="おもちゃ, 人形, 挿絵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A719D77-4F8A-5242-5EBA-AAC8F73E0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467"/>
          <a:stretch/>
        </p:blipFill>
        <p:spPr>
          <a:xfrm>
            <a:off x="9677400" y="4672064"/>
            <a:ext cx="2581275" cy="218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18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DF91DD-59D1-9831-E774-4D60087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先行研究の環境構築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987B34-0413-D729-06A5-FA12828B0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ja-JP" altLang="en-US" dirty="0"/>
              <a:t>ゴン先生からのアドバイス</a:t>
            </a:r>
            <a:endParaRPr kumimoji="1" lang="en-US" altLang="ja-JP" dirty="0"/>
          </a:p>
          <a:p>
            <a:pPr lvl="1">
              <a:lnSpc>
                <a:spcPct val="150000"/>
              </a:lnSpc>
            </a:pPr>
            <a:r>
              <a:rPr lang="ja-JP" altLang="en-US" dirty="0"/>
              <a:t>公式は</a:t>
            </a:r>
            <a:r>
              <a:rPr lang="en-US" altLang="ja-JP" dirty="0"/>
              <a:t>Docker</a:t>
            </a:r>
            <a:r>
              <a:rPr lang="ja-JP" altLang="en-US" dirty="0"/>
              <a:t>イメージでの環境構築を推奨している</a:t>
            </a:r>
            <a:endParaRPr lang="en-US" altLang="ja-JP" dirty="0"/>
          </a:p>
          <a:p>
            <a:pPr lvl="1">
              <a:lnSpc>
                <a:spcPct val="150000"/>
              </a:lnSpc>
            </a:pPr>
            <a:r>
              <a:rPr lang="ja-JP" altLang="en-US" dirty="0"/>
              <a:t>ハードウェアの認識で苦戦した記憶</a:t>
            </a:r>
            <a:endParaRPr lang="en-US" altLang="ja-JP" dirty="0"/>
          </a:p>
          <a:p>
            <a:pPr lvl="1">
              <a:lnSpc>
                <a:spcPct val="150000"/>
              </a:lnSpc>
            </a:pPr>
            <a:r>
              <a:rPr kumimoji="1" lang="ja-JP" altLang="en-US" dirty="0"/>
              <a:t>なぜか環境の</a:t>
            </a:r>
            <a:r>
              <a:rPr kumimoji="1" lang="en-US" altLang="ja-JP" dirty="0"/>
              <a:t>Docker</a:t>
            </a:r>
            <a:r>
              <a:rPr kumimoji="1" lang="ja-JP" altLang="en-US" dirty="0"/>
              <a:t>が使えない（環境変数的な奴なんちゃうかな</a:t>
            </a:r>
            <a:r>
              <a:rPr kumimoji="1" lang="en-US" altLang="ja-JP" dirty="0"/>
              <a:t>by</a:t>
            </a:r>
            <a:r>
              <a:rPr kumimoji="1" lang="ja-JP" altLang="en-US" dirty="0"/>
              <a:t> </a:t>
            </a:r>
            <a:r>
              <a:rPr kumimoji="1" lang="en-US" altLang="ja-JP" dirty="0"/>
              <a:t>Kwong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>
              <a:lnSpc>
                <a:spcPct val="150000"/>
              </a:lnSpc>
            </a:pPr>
            <a:r>
              <a:rPr kumimoji="1" lang="en-US" altLang="ja-JP" dirty="0" err="1"/>
              <a:t>yml</a:t>
            </a:r>
            <a:r>
              <a:rPr kumimoji="1" lang="ja-JP" altLang="en-US" dirty="0"/>
              <a:t>ファイルがかなりアバウトな書かれ方をしているので</a:t>
            </a:r>
            <a:br>
              <a:rPr lang="en-US" altLang="ja-JP" dirty="0"/>
            </a:br>
            <a:r>
              <a:rPr lang="ja-JP" altLang="en-US" dirty="0"/>
              <a:t>先行研究の年代から環境構築を進めていかないといけない</a:t>
            </a:r>
            <a:endParaRPr lang="en-US" altLang="ja-JP" dirty="0"/>
          </a:p>
          <a:p>
            <a:pPr lvl="1">
              <a:lnSpc>
                <a:spcPct val="150000"/>
              </a:lnSpc>
            </a:pPr>
            <a:r>
              <a:rPr kumimoji="1" lang="ja-JP" altLang="en-US" dirty="0"/>
              <a:t>割と地獄</a:t>
            </a:r>
            <a:endParaRPr kumimoji="1" lang="en-US" altLang="ja-JP" dirty="0"/>
          </a:p>
        </p:txBody>
      </p:sp>
      <p:pic>
        <p:nvPicPr>
          <p:cNvPr id="5" name="図 4" descr="おもちゃ, 人形, 挿絵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59C0914-DFEA-8AB8-9438-AB2DFA7E8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72"/>
          <a:stretch/>
        </p:blipFill>
        <p:spPr>
          <a:xfrm>
            <a:off x="9133783" y="3604274"/>
            <a:ext cx="3467792" cy="325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96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8D5060-C6D5-AAE8-51CF-390F16C0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今週の動き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CF5190-9BB2-7710-053D-56221E900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ja-JP" altLang="en-US" dirty="0"/>
              <a:t>カメラ環境の構築を優先</a:t>
            </a:r>
            <a:endParaRPr kumimoji="1" lang="en-US" altLang="ja-JP" dirty="0"/>
          </a:p>
          <a:p>
            <a:pPr lvl="1">
              <a:lnSpc>
                <a:spcPct val="150000"/>
              </a:lnSpc>
            </a:pPr>
            <a:r>
              <a:rPr lang="ja-JP" altLang="en-US" dirty="0"/>
              <a:t>リリースパッケージさえあれば問題なく終わると信じてる</a:t>
            </a:r>
            <a:endParaRPr lang="en-US" altLang="ja-JP" dirty="0"/>
          </a:p>
          <a:p>
            <a:pPr lvl="1">
              <a:lnSpc>
                <a:spcPct val="150000"/>
              </a:lnSpc>
            </a:pPr>
            <a:r>
              <a:rPr kumimoji="1" lang="ja-JP" altLang="en-US" dirty="0"/>
              <a:t>論文環境の方が地獄すぎる．数日じゃ厳しいかも．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kumimoji="1" lang="ja-JP" altLang="en-US" dirty="0"/>
              <a:t>研究室内発表のプレゼン作成</a:t>
            </a:r>
          </a:p>
        </p:txBody>
      </p:sp>
      <p:pic>
        <p:nvPicPr>
          <p:cNvPr id="5" name="図 4" descr="おもちゃ, 人形, 挿絵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6DBF732-9A3D-D437-2EA0-D74FE29FC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306"/>
          <a:stretch/>
        </p:blipFill>
        <p:spPr>
          <a:xfrm>
            <a:off x="8238432" y="2695575"/>
            <a:ext cx="449718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10807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introduction</Template>
  <TotalTime>1881</TotalTime>
  <Words>353</Words>
  <Application>Microsoft Office PowerPoint</Application>
  <PresentationFormat>ワイド画面</PresentationFormat>
  <Paragraphs>52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游ゴシック Medium</vt:lpstr>
      <vt:lpstr>Arial</vt:lpstr>
      <vt:lpstr>Wingdings</vt:lpstr>
      <vt:lpstr>introduction</vt:lpstr>
      <vt:lpstr>進捗報告</vt:lpstr>
      <vt:lpstr>前回までのあらすじ</vt:lpstr>
      <vt:lpstr>ルートマップ</vt:lpstr>
      <vt:lpstr>カメラの環境構築</vt:lpstr>
      <vt:lpstr>先行研究の環境構築</vt:lpstr>
      <vt:lpstr>先行研究の環境構築</vt:lpstr>
      <vt:lpstr>先行研究の環境構築</vt:lpstr>
      <vt:lpstr>今週の動き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TAKAGISHI Tsukasa</dc:creator>
  <cp:lastModifiedBy>TAKAGISHI Tsukasa</cp:lastModifiedBy>
  <cp:revision>18</cp:revision>
  <dcterms:created xsi:type="dcterms:W3CDTF">2025-09-08T22:05:48Z</dcterms:created>
  <dcterms:modified xsi:type="dcterms:W3CDTF">2025-10-14T02:56:31Z</dcterms:modified>
</cp:coreProperties>
</file>