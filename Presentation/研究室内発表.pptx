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slideLayouts/slideLayout18.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comments/modernComment_13E_45756C65.xml" ContentType="application/vnd.ms-powerpoint.comments+xml"/>
  <Override PartName="/ppt/authors.xml" ContentType="application/vnd.ms-powerpoint.authors+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60" r:id="rId1"/>
    <p:sldMasterId id="2147483667" r:id="rId2"/>
  </p:sldMasterIdLst>
  <p:notesMasterIdLst>
    <p:notesMasterId r:id="rId20"/>
  </p:notesMasterIdLst>
  <p:sldIdLst>
    <p:sldId id="256" r:id="rId3"/>
    <p:sldId id="257" r:id="rId4"/>
    <p:sldId id="309" r:id="rId5"/>
    <p:sldId id="308" r:id="rId6"/>
    <p:sldId id="260" r:id="rId7"/>
    <p:sldId id="310" r:id="rId8"/>
    <p:sldId id="322" r:id="rId9"/>
    <p:sldId id="321" r:id="rId10"/>
    <p:sldId id="320" r:id="rId11"/>
    <p:sldId id="315" r:id="rId12"/>
    <p:sldId id="316" r:id="rId13"/>
    <p:sldId id="319" r:id="rId14"/>
    <p:sldId id="258" r:id="rId15"/>
    <p:sldId id="323" r:id="rId16"/>
    <p:sldId id="324" r:id="rId17"/>
    <p:sldId id="325" r:id="rId18"/>
    <p:sldId id="318" r:id="rId19"/>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3906" userDrawn="1">
          <p15:clr>
            <a:srgbClr val="A4A3A4"/>
          </p15:clr>
        </p15:guide>
        <p15:guide id="2" pos="3840" userDrawn="1">
          <p15:clr>
            <a:srgbClr val="A4A3A4"/>
          </p15:clr>
        </p15:guide>
      </p15:sldGuideLst>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099517E8-723E-4ED4-7F17-F6509FD77999}" name="MATSUYAMA Shinnosuke" initials="" userId="S::k842064@kansai-u.ac.jp::fd96e5ed-4992-42d4-ba78-c2191b0b7451" providerId="AD"/>
</p188:authorLst>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howGuides="1">
      <p:cViewPr varScale="1">
        <p:scale>
          <a:sx n="70" d="100"/>
          <a:sy n="70" d="100"/>
        </p:scale>
        <p:origin x="501" y="45"/>
      </p:cViewPr>
      <p:guideLst>
        <p:guide orient="horz" pos="3906"/>
        <p:guide pos="3840"/>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8" Type="http://schemas.openxmlformats.org/officeDocument/2006/relationships/slide" Target="slides/slide6.xml"/><Relationship Id="rId13" Type="http://schemas.openxmlformats.org/officeDocument/2006/relationships/slide" Target="slides/slide11.xml"/><Relationship Id="rId18" Type="http://schemas.openxmlformats.org/officeDocument/2006/relationships/slide" Target="slides/slide16.xml"/><Relationship Id="rId3" Type="http://schemas.openxmlformats.org/officeDocument/2006/relationships/slide" Target="slides/slide1.xml"/><Relationship Id="rId21" Type="http://schemas.openxmlformats.org/officeDocument/2006/relationships/presProps" Target="presProps.xml"/><Relationship Id="rId7" Type="http://schemas.openxmlformats.org/officeDocument/2006/relationships/slide" Target="slides/slide5.xml"/><Relationship Id="rId12" Type="http://schemas.openxmlformats.org/officeDocument/2006/relationships/slide" Target="slides/slide10.xml"/><Relationship Id="rId17" Type="http://schemas.openxmlformats.org/officeDocument/2006/relationships/slide" Target="slides/slide15.xml"/><Relationship Id="rId25" Type="http://schemas.microsoft.com/office/2018/10/relationships/authors" Target="authors.xml"/><Relationship Id="rId2" Type="http://schemas.openxmlformats.org/officeDocument/2006/relationships/slideMaster" Target="slideMasters/slideMaster2.xml"/><Relationship Id="rId16" Type="http://schemas.openxmlformats.org/officeDocument/2006/relationships/slide" Target="slides/slide14.xml"/><Relationship Id="rId20"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 Target="slides/slide4.xml"/><Relationship Id="rId11" Type="http://schemas.openxmlformats.org/officeDocument/2006/relationships/slide" Target="slides/slide9.xml"/><Relationship Id="rId24" Type="http://schemas.openxmlformats.org/officeDocument/2006/relationships/tableStyles" Target="tableStyles.xml"/><Relationship Id="rId5" Type="http://schemas.openxmlformats.org/officeDocument/2006/relationships/slide" Target="slides/slide3.xml"/><Relationship Id="rId15" Type="http://schemas.openxmlformats.org/officeDocument/2006/relationships/slide" Target="slides/slide13.xml"/><Relationship Id="rId23" Type="http://schemas.openxmlformats.org/officeDocument/2006/relationships/theme" Target="theme/theme1.xml"/><Relationship Id="rId10" Type="http://schemas.openxmlformats.org/officeDocument/2006/relationships/slide" Target="slides/slide8.xml"/><Relationship Id="rId19" Type="http://schemas.openxmlformats.org/officeDocument/2006/relationships/slide" Target="slides/slide17.xml"/><Relationship Id="rId4" Type="http://schemas.openxmlformats.org/officeDocument/2006/relationships/slide" Target="slides/slide2.xml"/><Relationship Id="rId9" Type="http://schemas.openxmlformats.org/officeDocument/2006/relationships/slide" Target="slides/slide7.xml"/><Relationship Id="rId14" Type="http://schemas.openxmlformats.org/officeDocument/2006/relationships/slide" Target="slides/slide12.xml"/><Relationship Id="rId22" Type="http://schemas.openxmlformats.org/officeDocument/2006/relationships/viewProps" Target="viewProps.xml"/></Relationships>
</file>

<file path=ppt/comments/modernComment_13E_45756C65.xml><?xml version="1.0" encoding="utf-8"?>
<p188:cmLst xmlns:a="http://schemas.openxmlformats.org/drawingml/2006/main" xmlns:r="http://schemas.openxmlformats.org/officeDocument/2006/relationships" xmlns:p188="http://schemas.microsoft.com/office/powerpoint/2018/8/main">
  <p188:cm id="{05CDB7E4-1BB2-49DC-A5BD-1916BF4CEF06}" authorId="{099517E8-723E-4ED4-7F17-F6509FD77999}" created="2025-06-20T06:15:08.505">
    <ac:deMkLst xmlns:ac="http://schemas.microsoft.com/office/drawing/2013/main/command">
      <pc:docMk xmlns:pc="http://schemas.microsoft.com/office/powerpoint/2013/main/command"/>
      <pc:sldMk xmlns:pc="http://schemas.microsoft.com/office/powerpoint/2013/main/command" cId="1165323365" sldId="318"/>
      <ac:spMk id="4" creationId="{DD5DBA3E-1FE2-D2A0-1638-FB00A07864B0}"/>
    </ac:deMkLst>
    <p188:txBody>
      <a:bodyPr/>
      <a:lstStyle/>
      <a:p>
        <a:r>
          <a:rPr lang="ja-JP" altLang="en-US"/>
          <a:t>タイトルの大きさは変えて</a:t>
        </a:r>
      </a:p>
    </p188:txBody>
  </p188:cm>
</p188:cmLst>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ヘッダー プレースホルダー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kumimoji="1" lang="ja-JP" altLang="en-US"/>
          </a:p>
        </p:txBody>
      </p:sp>
      <p:sp>
        <p:nvSpPr>
          <p:cNvPr id="3" name="日付プレースホルダー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B86CEAD8-CBA6-4462-A947-7B3D011449F9}" type="datetimeFigureOut">
              <a:rPr kumimoji="1" lang="ja-JP" altLang="en-US" smtClean="0"/>
              <a:t>2025/10/17</a:t>
            </a:fld>
            <a:endParaRPr kumimoji="1" lang="ja-JP" altLang="en-US"/>
          </a:p>
        </p:txBody>
      </p:sp>
      <p:sp>
        <p:nvSpPr>
          <p:cNvPr id="4" name="スライド イメージ プレースホルダー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ja-JP" altLang="en-US"/>
          </a:p>
        </p:txBody>
      </p:sp>
      <p:sp>
        <p:nvSpPr>
          <p:cNvPr id="5" name="ノート プレースホルダー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6" name="フッター プレースホルダー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kumimoji="1" lang="ja-JP" altLang="en-US"/>
          </a:p>
        </p:txBody>
      </p:sp>
      <p:sp>
        <p:nvSpPr>
          <p:cNvPr id="7" name="スライド番号プレースホルダー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DA21F1EB-BD56-49F9-AE01-F1F4E146A1A8}" type="slidenum">
              <a:rPr kumimoji="1" lang="ja-JP" altLang="en-US" smtClean="0"/>
              <a:t>‹#›</a:t>
            </a:fld>
            <a:endParaRPr kumimoji="1" lang="ja-JP" altLang="en-US"/>
          </a:p>
        </p:txBody>
      </p:sp>
    </p:spTree>
    <p:extLst>
      <p:ext uri="{BB962C8B-B14F-4D97-AF65-F5344CB8AC3E}">
        <p14:creationId xmlns:p14="http://schemas.microsoft.com/office/powerpoint/2010/main" val="387893373"/>
      </p:ext>
    </p:extLst>
  </p:cSld>
  <p:clrMap bg1="lt1" tx1="dk1" bg2="lt2" tx2="dk2" accent1="accent1" accent2="accent2" accent3="accent3" accent4="accent4" accent5="accent5" accent6="accent6" hlink="hlink" folHlink="folHlink"/>
  <p:notesStyle>
    <a:lvl1pPr marL="0" algn="l" defTabSz="914400" rtl="0" eaLnBrk="1" latinLnBrk="0" hangingPunct="1">
      <a:defRPr kumimoji="1" sz="1200" kern="1200">
        <a:solidFill>
          <a:schemeClr val="tx1"/>
        </a:solidFill>
        <a:latin typeface="+mn-lt"/>
        <a:ea typeface="+mn-ea"/>
        <a:cs typeface="+mn-cs"/>
      </a:defRPr>
    </a:lvl1pPr>
    <a:lvl2pPr marL="457200" algn="l" defTabSz="914400" rtl="0" eaLnBrk="1" latinLnBrk="0" hangingPunct="1">
      <a:defRPr kumimoji="1" sz="1200" kern="1200">
        <a:solidFill>
          <a:schemeClr val="tx1"/>
        </a:solidFill>
        <a:latin typeface="+mn-lt"/>
        <a:ea typeface="+mn-ea"/>
        <a:cs typeface="+mn-cs"/>
      </a:defRPr>
    </a:lvl2pPr>
    <a:lvl3pPr marL="914400" algn="l" defTabSz="914400" rtl="0" eaLnBrk="1" latinLnBrk="0" hangingPunct="1">
      <a:defRPr kumimoji="1" sz="1200" kern="1200">
        <a:solidFill>
          <a:schemeClr val="tx1"/>
        </a:solidFill>
        <a:latin typeface="+mn-lt"/>
        <a:ea typeface="+mn-ea"/>
        <a:cs typeface="+mn-cs"/>
      </a:defRPr>
    </a:lvl3pPr>
    <a:lvl4pPr marL="1371600" algn="l" defTabSz="914400" rtl="0" eaLnBrk="1" latinLnBrk="0" hangingPunct="1">
      <a:defRPr kumimoji="1" sz="1200" kern="1200">
        <a:solidFill>
          <a:schemeClr val="tx1"/>
        </a:solidFill>
        <a:latin typeface="+mn-lt"/>
        <a:ea typeface="+mn-ea"/>
        <a:cs typeface="+mn-cs"/>
      </a:defRPr>
    </a:lvl4pPr>
    <a:lvl5pPr marL="1828800" algn="l" defTabSz="914400" rtl="0" eaLnBrk="1" latinLnBrk="0" hangingPunct="1">
      <a:defRPr kumimoji="1" sz="1200" kern="1200">
        <a:solidFill>
          <a:schemeClr val="tx1"/>
        </a:solidFill>
        <a:latin typeface="+mn-lt"/>
        <a:ea typeface="+mn-ea"/>
        <a:cs typeface="+mn-cs"/>
      </a:defRPr>
    </a:lvl5pPr>
    <a:lvl6pPr marL="2286000" algn="l" defTabSz="914400" rtl="0" eaLnBrk="1" latinLnBrk="0" hangingPunct="1">
      <a:defRPr kumimoji="1" sz="1200" kern="1200">
        <a:solidFill>
          <a:schemeClr val="tx1"/>
        </a:solidFill>
        <a:latin typeface="+mn-lt"/>
        <a:ea typeface="+mn-ea"/>
        <a:cs typeface="+mn-cs"/>
      </a:defRPr>
    </a:lvl6pPr>
    <a:lvl7pPr marL="2743200" algn="l" defTabSz="914400" rtl="0" eaLnBrk="1" latinLnBrk="0" hangingPunct="1">
      <a:defRPr kumimoji="1" sz="1200" kern="1200">
        <a:solidFill>
          <a:schemeClr val="tx1"/>
        </a:solidFill>
        <a:latin typeface="+mn-lt"/>
        <a:ea typeface="+mn-ea"/>
        <a:cs typeface="+mn-cs"/>
      </a:defRPr>
    </a:lvl7pPr>
    <a:lvl8pPr marL="3200400" algn="l" defTabSz="914400" rtl="0" eaLnBrk="1" latinLnBrk="0" hangingPunct="1">
      <a:defRPr kumimoji="1" sz="1200" kern="1200">
        <a:solidFill>
          <a:schemeClr val="tx1"/>
        </a:solidFill>
        <a:latin typeface="+mn-lt"/>
        <a:ea typeface="+mn-ea"/>
        <a:cs typeface="+mn-cs"/>
      </a:defRPr>
    </a:lvl8pPr>
    <a:lvl9pPr marL="3657600" algn="l" defTabSz="914400" rtl="0" eaLnBrk="1" latinLnBrk="0" hangingPunct="1">
      <a:defRPr kumimoji="1"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DA21F1EB-BD56-49F9-AE01-F1F4E146A1A8}" type="slidenum">
              <a:rPr kumimoji="1" lang="ja-JP" altLang="en-US" smtClean="0"/>
              <a:t>4</a:t>
            </a:fld>
            <a:endParaRPr kumimoji="1" lang="ja-JP" altLang="en-US"/>
          </a:p>
        </p:txBody>
      </p:sp>
    </p:spTree>
    <p:extLst>
      <p:ext uri="{BB962C8B-B14F-4D97-AF65-F5344CB8AC3E}">
        <p14:creationId xmlns:p14="http://schemas.microsoft.com/office/powerpoint/2010/main" val="164543782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スライド イメージ プレースホルダー 1"/>
          <p:cNvSpPr>
            <a:spLocks noGrp="1" noRot="1" noChangeAspect="1"/>
          </p:cNvSpPr>
          <p:nvPr>
            <p:ph type="sldImg"/>
          </p:nvPr>
        </p:nvSpPr>
        <p:spPr>
          <a:xfrm>
            <a:off x="685800" y="1143000"/>
            <a:ext cx="5486400" cy="3086100"/>
          </a:xfrm>
        </p:spPr>
      </p:sp>
      <p:sp>
        <p:nvSpPr>
          <p:cNvPr id="3" name="ノート プレースホルダー 2"/>
          <p:cNvSpPr>
            <a:spLocks noGrp="1"/>
          </p:cNvSpPr>
          <p:nvPr>
            <p:ph type="body" idx="1"/>
          </p:nvPr>
        </p:nvSpPr>
        <p:spPr/>
        <p:txBody>
          <a:bodyPr/>
          <a:lstStyle/>
          <a:p>
            <a:endParaRPr kumimoji="1" lang="ja-JP" altLang="en-US" dirty="0"/>
          </a:p>
        </p:txBody>
      </p:sp>
      <p:sp>
        <p:nvSpPr>
          <p:cNvPr id="4" name="スライド番号プレースホルダー 3"/>
          <p:cNvSpPr>
            <a:spLocks noGrp="1"/>
          </p:cNvSpPr>
          <p:nvPr>
            <p:ph type="sldNum" sz="quarter" idx="5"/>
          </p:nvPr>
        </p:nvSpPr>
        <p:spPr/>
        <p:txBody>
          <a:bodyPr/>
          <a:lstStyle/>
          <a:p>
            <a:fld id="{DA21F1EB-BD56-49F9-AE01-F1F4E146A1A8}" type="slidenum">
              <a:rPr kumimoji="1" lang="ja-JP" altLang="en-US" smtClean="0"/>
              <a:t>6</a:t>
            </a:fld>
            <a:endParaRPr kumimoji="1" lang="ja-JP" altLang="en-US"/>
          </a:p>
        </p:txBody>
      </p:sp>
    </p:spTree>
    <p:extLst>
      <p:ext uri="{BB962C8B-B14F-4D97-AF65-F5344CB8AC3E}">
        <p14:creationId xmlns:p14="http://schemas.microsoft.com/office/powerpoint/2010/main" val="424743888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F229E6E-087E-C642-44D5-30A4BA3527FA}"/>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5E53386-7E5C-2379-A895-482F2211B551}"/>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668026D7-DB61-886C-C955-C9528A3FEC56}"/>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E013C012-8ADC-F17E-328B-48C5DDBC0E49}"/>
              </a:ext>
            </a:extLst>
          </p:cNvPr>
          <p:cNvSpPr>
            <a:spLocks noGrp="1"/>
          </p:cNvSpPr>
          <p:nvPr>
            <p:ph type="sldNum" sz="quarter" idx="5"/>
          </p:nvPr>
        </p:nvSpPr>
        <p:spPr/>
        <p:txBody>
          <a:bodyPr/>
          <a:lstStyle/>
          <a:p>
            <a:fld id="{DA21F1EB-BD56-49F9-AE01-F1F4E146A1A8}" type="slidenum">
              <a:rPr kumimoji="1" lang="ja-JP" altLang="en-US" smtClean="0"/>
              <a:t>7</a:t>
            </a:fld>
            <a:endParaRPr kumimoji="1" lang="ja-JP" altLang="en-US"/>
          </a:p>
        </p:txBody>
      </p:sp>
    </p:spTree>
    <p:extLst>
      <p:ext uri="{BB962C8B-B14F-4D97-AF65-F5344CB8AC3E}">
        <p14:creationId xmlns:p14="http://schemas.microsoft.com/office/powerpoint/2010/main" val="884114622"/>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7E62AC1-D851-F6D9-B18E-9994D2F6B5D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67A7064B-F1FD-A6FD-12BE-2E6074A720C7}"/>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32E29275-404B-25F2-08B7-7D063C216F04}"/>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15A82FCB-992F-084C-DFD1-2883F1816436}"/>
              </a:ext>
            </a:extLst>
          </p:cNvPr>
          <p:cNvSpPr>
            <a:spLocks noGrp="1"/>
          </p:cNvSpPr>
          <p:nvPr>
            <p:ph type="sldNum" sz="quarter" idx="5"/>
          </p:nvPr>
        </p:nvSpPr>
        <p:spPr/>
        <p:txBody>
          <a:bodyPr/>
          <a:lstStyle/>
          <a:p>
            <a:fld id="{DA21F1EB-BD56-49F9-AE01-F1F4E146A1A8}" type="slidenum">
              <a:rPr kumimoji="1" lang="ja-JP" altLang="en-US" smtClean="0"/>
              <a:t>8</a:t>
            </a:fld>
            <a:endParaRPr kumimoji="1" lang="ja-JP" altLang="en-US"/>
          </a:p>
        </p:txBody>
      </p:sp>
    </p:spTree>
    <p:extLst>
      <p:ext uri="{BB962C8B-B14F-4D97-AF65-F5344CB8AC3E}">
        <p14:creationId xmlns:p14="http://schemas.microsoft.com/office/powerpoint/2010/main" val="3812926294"/>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81591CA-D5C5-AE2D-95F2-170F4735DB62}"/>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9B259CF1-5B24-570E-D16A-E7BBC4C1CCED}"/>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FD349820-1A9F-CC84-35CC-C170F86BCDF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A0D21FDC-7AC0-58E2-2055-1F49CBDF0BC3}"/>
              </a:ext>
            </a:extLst>
          </p:cNvPr>
          <p:cNvSpPr>
            <a:spLocks noGrp="1"/>
          </p:cNvSpPr>
          <p:nvPr>
            <p:ph type="sldNum" sz="quarter" idx="5"/>
          </p:nvPr>
        </p:nvSpPr>
        <p:spPr/>
        <p:txBody>
          <a:bodyPr/>
          <a:lstStyle/>
          <a:p>
            <a:fld id="{DA21F1EB-BD56-49F9-AE01-F1F4E146A1A8}" type="slidenum">
              <a:rPr kumimoji="1" lang="ja-JP" altLang="en-US" smtClean="0"/>
              <a:t>9</a:t>
            </a:fld>
            <a:endParaRPr kumimoji="1" lang="ja-JP" altLang="en-US"/>
          </a:p>
        </p:txBody>
      </p:sp>
    </p:spTree>
    <p:extLst>
      <p:ext uri="{BB962C8B-B14F-4D97-AF65-F5344CB8AC3E}">
        <p14:creationId xmlns:p14="http://schemas.microsoft.com/office/powerpoint/2010/main" val="3181473975"/>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FABDF73-36F2-2794-78ED-AA547D0E1CDD}"/>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B06A3719-28A8-DC5B-48C7-E53416E96B35}"/>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47DDD6DC-920D-1089-D966-8ABFB478E2BE}"/>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604F99C8-0305-37CD-6DC2-43EC3FE8667E}"/>
              </a:ext>
            </a:extLst>
          </p:cNvPr>
          <p:cNvSpPr>
            <a:spLocks noGrp="1"/>
          </p:cNvSpPr>
          <p:nvPr>
            <p:ph type="sldNum" sz="quarter" idx="5"/>
          </p:nvPr>
        </p:nvSpPr>
        <p:spPr/>
        <p:txBody>
          <a:bodyPr/>
          <a:lstStyle/>
          <a:p>
            <a:fld id="{DA21F1EB-BD56-49F9-AE01-F1F4E146A1A8}" type="slidenum">
              <a:rPr kumimoji="1" lang="ja-JP" altLang="en-US" smtClean="0"/>
              <a:t>10</a:t>
            </a:fld>
            <a:endParaRPr kumimoji="1" lang="ja-JP" altLang="en-US"/>
          </a:p>
        </p:txBody>
      </p:sp>
    </p:spTree>
    <p:extLst>
      <p:ext uri="{BB962C8B-B14F-4D97-AF65-F5344CB8AC3E}">
        <p14:creationId xmlns:p14="http://schemas.microsoft.com/office/powerpoint/2010/main" val="20567152"/>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A901027-7623-A10A-932A-92B935FBE86C}"/>
            </a:ext>
          </a:extLst>
        </p:cNvPr>
        <p:cNvGrpSpPr/>
        <p:nvPr/>
      </p:nvGrpSpPr>
      <p:grpSpPr>
        <a:xfrm>
          <a:off x="0" y="0"/>
          <a:ext cx="0" cy="0"/>
          <a:chOff x="0" y="0"/>
          <a:chExt cx="0" cy="0"/>
        </a:xfrm>
      </p:grpSpPr>
      <p:sp>
        <p:nvSpPr>
          <p:cNvPr id="2" name="スライド イメージ プレースホルダー 1">
            <a:extLst>
              <a:ext uri="{FF2B5EF4-FFF2-40B4-BE49-F238E27FC236}">
                <a16:creationId xmlns:a16="http://schemas.microsoft.com/office/drawing/2014/main" id="{000C5AE0-3DE3-9134-986C-6E4215F19EAA}"/>
              </a:ext>
            </a:extLst>
          </p:cNvPr>
          <p:cNvSpPr>
            <a:spLocks noGrp="1" noRot="1" noChangeAspect="1"/>
          </p:cNvSpPr>
          <p:nvPr>
            <p:ph type="sldImg"/>
          </p:nvPr>
        </p:nvSpPr>
        <p:spPr>
          <a:xfrm>
            <a:off x="685800" y="1143000"/>
            <a:ext cx="5486400" cy="3086100"/>
          </a:xfrm>
        </p:spPr>
      </p:sp>
      <p:sp>
        <p:nvSpPr>
          <p:cNvPr id="3" name="ノート プレースホルダー 2">
            <a:extLst>
              <a:ext uri="{FF2B5EF4-FFF2-40B4-BE49-F238E27FC236}">
                <a16:creationId xmlns:a16="http://schemas.microsoft.com/office/drawing/2014/main" id="{7167A2AC-9C01-6FD6-78A8-72129525EC25}"/>
              </a:ext>
            </a:extLst>
          </p:cNvPr>
          <p:cNvSpPr>
            <a:spLocks noGrp="1"/>
          </p:cNvSpPr>
          <p:nvPr>
            <p:ph type="body" idx="1"/>
          </p:nvPr>
        </p:nvSpPr>
        <p:spPr/>
        <p:txBody>
          <a:bodyPr/>
          <a:lstStyle/>
          <a:p>
            <a:endParaRPr kumimoji="1" lang="ja-JP" altLang="en-US" dirty="0"/>
          </a:p>
        </p:txBody>
      </p:sp>
      <p:sp>
        <p:nvSpPr>
          <p:cNvPr id="4" name="スライド番号プレースホルダー 3">
            <a:extLst>
              <a:ext uri="{FF2B5EF4-FFF2-40B4-BE49-F238E27FC236}">
                <a16:creationId xmlns:a16="http://schemas.microsoft.com/office/drawing/2014/main" id="{46FD945A-C616-D978-15BF-01EA277E981F}"/>
              </a:ext>
            </a:extLst>
          </p:cNvPr>
          <p:cNvSpPr>
            <a:spLocks noGrp="1"/>
          </p:cNvSpPr>
          <p:nvPr>
            <p:ph type="sldNum" sz="quarter" idx="5"/>
          </p:nvPr>
        </p:nvSpPr>
        <p:spPr/>
        <p:txBody>
          <a:bodyPr/>
          <a:lstStyle/>
          <a:p>
            <a:fld id="{DA21F1EB-BD56-49F9-AE01-F1F4E146A1A8}" type="slidenum">
              <a:rPr kumimoji="1" lang="ja-JP" altLang="en-US" smtClean="0"/>
              <a:t>11</a:t>
            </a:fld>
            <a:endParaRPr kumimoji="1" lang="ja-JP" altLang="en-US"/>
          </a:p>
        </p:txBody>
      </p:sp>
    </p:spTree>
    <p:extLst>
      <p:ext uri="{BB962C8B-B14F-4D97-AF65-F5344CB8AC3E}">
        <p14:creationId xmlns:p14="http://schemas.microsoft.com/office/powerpoint/2010/main" val="117443490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タイトル スライド">
    <p:spTree>
      <p:nvGrpSpPr>
        <p:cNvPr id="1" name=""/>
        <p:cNvGrpSpPr/>
        <p:nvPr/>
      </p:nvGrpSpPr>
      <p:grpSpPr>
        <a:xfrm>
          <a:off x="0" y="0"/>
          <a:ext cx="0" cy="0"/>
          <a:chOff x="0" y="0"/>
          <a:chExt cx="0" cy="0"/>
        </a:xfrm>
      </p:grpSpPr>
      <p:sp>
        <p:nvSpPr>
          <p:cNvPr id="2" name="タイトル 1"/>
          <p:cNvSpPr>
            <a:spLocks noGrp="1"/>
          </p:cNvSpPr>
          <p:nvPr>
            <p:ph type="ctrTitle" hasCustomPrompt="1"/>
          </p:nvPr>
        </p:nvSpPr>
        <p:spPr>
          <a:xfrm>
            <a:off x="1524000" y="2570163"/>
            <a:ext cx="9144000" cy="2387600"/>
          </a:xfrm>
        </p:spPr>
        <p:txBody>
          <a:bodyPr anchor="b">
            <a:noAutofit/>
          </a:bodyPr>
          <a:lstStyle>
            <a:lvl1pPr algn="l">
              <a:defRPr sz="3600" b="1">
                <a:solidFill>
                  <a:schemeClr val="tx1"/>
                </a:solidFill>
                <a:latin typeface="游ゴシック" panose="020B0400000000000000" pitchFamily="50" charset="-128"/>
                <a:ea typeface="游ゴシック" panose="020B0400000000000000" pitchFamily="50" charset="-128"/>
              </a:defRPr>
            </a:lvl1pPr>
          </a:lstStyle>
          <a:p>
            <a:r>
              <a:rPr kumimoji="1" lang="ja-JP" altLang="en-US" dirty="0"/>
              <a:t>発表の内容と構成が想像できる</a:t>
            </a:r>
            <a:br>
              <a:rPr kumimoji="1" lang="en-US" altLang="ja-JP" dirty="0"/>
            </a:br>
            <a:r>
              <a:rPr kumimoji="1" lang="ja-JP" altLang="en-US" dirty="0"/>
              <a:t>発表題目をここに書く．</a:t>
            </a:r>
            <a:br>
              <a:rPr kumimoji="1" lang="en-US" altLang="ja-JP" dirty="0"/>
            </a:br>
            <a:r>
              <a:rPr kumimoji="1" lang="ja-JP" altLang="en-US" dirty="0"/>
              <a:t>単語の途中で改行しない．</a:t>
            </a:r>
          </a:p>
        </p:txBody>
      </p:sp>
      <p:sp>
        <p:nvSpPr>
          <p:cNvPr id="3" name="サブタイトル 2"/>
          <p:cNvSpPr>
            <a:spLocks noGrp="1"/>
          </p:cNvSpPr>
          <p:nvPr>
            <p:ph type="subTitle" idx="1" hasCustomPrompt="1"/>
          </p:nvPr>
        </p:nvSpPr>
        <p:spPr>
          <a:xfrm>
            <a:off x="1524000" y="5110173"/>
            <a:ext cx="9144000" cy="561975"/>
          </a:xfrm>
        </p:spPr>
        <p:txBody>
          <a:bodyPr>
            <a:noAutofit/>
          </a:bodyPr>
          <a:lstStyle>
            <a:lvl1pPr marL="0" indent="0" algn="l">
              <a:buNone/>
              <a:defRPr sz="2700">
                <a:latin typeface="游ゴシック" panose="020B0400000000000000" pitchFamily="50" charset="-128"/>
                <a:ea typeface="游ゴシック" panose="020B0400000000000000" pitchFamily="50" charset="-128"/>
              </a:defRPr>
            </a:lvl1pPr>
            <a:lvl2pPr marL="342874" indent="0" algn="ctr">
              <a:buNone/>
              <a:defRPr sz="1500"/>
            </a:lvl2pPr>
            <a:lvl3pPr marL="685750" indent="0" algn="ctr">
              <a:buNone/>
              <a:defRPr sz="1351"/>
            </a:lvl3pPr>
            <a:lvl4pPr marL="1028624" indent="0" algn="ctr">
              <a:buNone/>
              <a:defRPr sz="1200"/>
            </a:lvl4pPr>
            <a:lvl5pPr marL="1371498" indent="0" algn="ctr">
              <a:buNone/>
              <a:defRPr sz="1200"/>
            </a:lvl5pPr>
            <a:lvl6pPr marL="1714372" indent="0" algn="ctr">
              <a:buNone/>
              <a:defRPr sz="1200"/>
            </a:lvl6pPr>
            <a:lvl7pPr marL="2057247" indent="0" algn="ctr">
              <a:buNone/>
              <a:defRPr sz="1200"/>
            </a:lvl7pPr>
            <a:lvl8pPr marL="2400120" indent="0" algn="ctr">
              <a:buNone/>
              <a:defRPr sz="1200"/>
            </a:lvl8pPr>
            <a:lvl9pPr marL="2742994" indent="0" algn="ctr">
              <a:buNone/>
              <a:defRPr sz="1200"/>
            </a:lvl9pPr>
          </a:lstStyle>
          <a:p>
            <a:r>
              <a:rPr kumimoji="1" lang="ja-JP" altLang="en-US" dirty="0"/>
              <a:t>発表者名</a:t>
            </a:r>
            <a:endParaRPr kumimoji="1" lang="en-US" altLang="ja-JP" dirty="0"/>
          </a:p>
        </p:txBody>
      </p:sp>
      <p:sp>
        <p:nvSpPr>
          <p:cNvPr id="11" name="テキスト プレースホルダー 10"/>
          <p:cNvSpPr>
            <a:spLocks noGrp="1"/>
          </p:cNvSpPr>
          <p:nvPr>
            <p:ph type="body" sz="quarter" idx="11" hasCustomPrompt="1"/>
          </p:nvPr>
        </p:nvSpPr>
        <p:spPr>
          <a:xfrm>
            <a:off x="1524000" y="5740400"/>
            <a:ext cx="9144000" cy="469900"/>
          </a:xfrm>
        </p:spPr>
        <p:txBody>
          <a:bodyPr/>
          <a:lstStyle>
            <a:lvl1pPr marL="0" indent="0" algn="l">
              <a:buNone/>
              <a:defRPr>
                <a:latin typeface="游ゴシック Medium" panose="020B0500000000000000" pitchFamily="50" charset="-128"/>
                <a:ea typeface="游ゴシック Medium" panose="020B0500000000000000" pitchFamily="50" charset="-128"/>
              </a:defRPr>
            </a:lvl1pPr>
          </a:lstStyle>
          <a:p>
            <a:pPr lvl="0"/>
            <a:r>
              <a:rPr kumimoji="1" lang="ja-JP" altLang="en-US" dirty="0"/>
              <a:t>身分や所属など．関連する</a:t>
            </a:r>
            <a:r>
              <a:rPr kumimoji="1" lang="en-US" altLang="ja-JP" dirty="0"/>
              <a:t>SNS</a:t>
            </a:r>
            <a:r>
              <a:rPr kumimoji="1" lang="ja-JP" altLang="en-US" dirty="0"/>
              <a:t>アカウントなども．</a:t>
            </a:r>
          </a:p>
        </p:txBody>
      </p:sp>
      <p:cxnSp>
        <p:nvCxnSpPr>
          <p:cNvPr id="13" name="直線コネクタ 12"/>
          <p:cNvCxnSpPr/>
          <p:nvPr/>
        </p:nvCxnSpPr>
        <p:spPr>
          <a:xfrm flipV="1">
            <a:off x="0" y="5029200"/>
            <a:ext cx="12192000" cy="0"/>
          </a:xfrm>
          <a:prstGeom prst="line">
            <a:avLst/>
          </a:prstGeom>
          <a:ln>
            <a:solidFill>
              <a:schemeClr val="bg2">
                <a:lumMod val="75000"/>
              </a:schemeClr>
            </a:solidFill>
          </a:ln>
        </p:spPr>
        <p:style>
          <a:lnRef idx="1">
            <a:schemeClr val="accent1"/>
          </a:lnRef>
          <a:fillRef idx="0">
            <a:schemeClr val="accent1"/>
          </a:fillRef>
          <a:effectRef idx="0">
            <a:schemeClr val="accent1"/>
          </a:effectRef>
          <a:fontRef idx="minor">
            <a:schemeClr val="tx1"/>
          </a:fontRef>
        </p:style>
      </p:cxnSp>
      <p:sp>
        <p:nvSpPr>
          <p:cNvPr id="15" name="テキスト プレースホルダー 14"/>
          <p:cNvSpPr>
            <a:spLocks noGrp="1"/>
          </p:cNvSpPr>
          <p:nvPr>
            <p:ph type="body" sz="quarter" idx="12" hasCustomPrompt="1"/>
          </p:nvPr>
        </p:nvSpPr>
        <p:spPr>
          <a:xfrm>
            <a:off x="8420100" y="152409"/>
            <a:ext cx="3594101" cy="378541"/>
          </a:xfrm>
          <a:ln>
            <a:noFill/>
          </a:ln>
        </p:spPr>
        <p:txBody>
          <a:bodyPr>
            <a:noAutofit/>
          </a:bodyPr>
          <a:lstStyle>
            <a:lvl1pPr marL="0" indent="0">
              <a:buNone/>
              <a:defRPr sz="1500">
                <a:solidFill>
                  <a:schemeClr val="tx2"/>
                </a:solidFill>
                <a:latin typeface="游ゴシック Medium" panose="020B0500000000000000" pitchFamily="50" charset="-128"/>
                <a:ea typeface="游ゴシック Medium" panose="020B0500000000000000" pitchFamily="50" charset="-128"/>
              </a:defRPr>
            </a:lvl1pPr>
          </a:lstStyle>
          <a:p>
            <a:pPr lvl="0"/>
            <a:r>
              <a:rPr kumimoji="1" lang="ja-JP" altLang="en-US" dirty="0"/>
              <a:t>会議名と日程を書いておく</a:t>
            </a:r>
          </a:p>
        </p:txBody>
      </p:sp>
      <p:sp>
        <p:nvSpPr>
          <p:cNvPr id="17" name="図プレースホルダー 16"/>
          <p:cNvSpPr>
            <a:spLocks noGrp="1"/>
          </p:cNvSpPr>
          <p:nvPr>
            <p:ph type="pic" sz="quarter" idx="13" hasCustomPrompt="1"/>
          </p:nvPr>
        </p:nvSpPr>
        <p:spPr>
          <a:xfrm>
            <a:off x="1523999" y="647700"/>
            <a:ext cx="9144000" cy="1841500"/>
          </a:xfrm>
        </p:spPr>
        <p:txBody>
          <a:bodyPr/>
          <a:lstStyle>
            <a:lvl1pPr marL="0" indent="0">
              <a:buNone/>
              <a:defRPr>
                <a:solidFill>
                  <a:schemeClr val="bg2"/>
                </a:solidFill>
                <a:latin typeface="游ゴシック Medium" panose="020B0500000000000000" pitchFamily="50" charset="-128"/>
                <a:ea typeface="游ゴシック Medium" panose="020B0500000000000000" pitchFamily="50" charset="-128"/>
              </a:defRPr>
            </a:lvl1pPr>
          </a:lstStyle>
          <a:p>
            <a:r>
              <a:rPr kumimoji="1" lang="ja-JP" altLang="en-US" dirty="0"/>
              <a:t>題目の説明の助けになる図や動画があれば載せる．</a:t>
            </a:r>
            <a:endParaRPr kumimoji="1" lang="en-US" altLang="ja-JP" dirty="0"/>
          </a:p>
        </p:txBody>
      </p:sp>
    </p:spTree>
    <p:extLst>
      <p:ext uri="{BB962C8B-B14F-4D97-AF65-F5344CB8AC3E}">
        <p14:creationId xmlns:p14="http://schemas.microsoft.com/office/powerpoint/2010/main" val="5412846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目次スライド">
    <p:spTree>
      <p:nvGrpSpPr>
        <p:cNvPr id="1" name=""/>
        <p:cNvGrpSpPr/>
        <p:nvPr/>
      </p:nvGrpSpPr>
      <p:grpSpPr>
        <a:xfrm>
          <a:off x="0" y="0"/>
          <a:ext cx="0" cy="0"/>
          <a:chOff x="0" y="0"/>
          <a:chExt cx="0" cy="0"/>
        </a:xfrm>
      </p:grpSpPr>
      <p:cxnSp>
        <p:nvCxnSpPr>
          <p:cNvPr id="2" name="直線コネクタ 1">
            <a:extLst>
              <a:ext uri="{FF2B5EF4-FFF2-40B4-BE49-F238E27FC236}">
                <a16:creationId xmlns:a16="http://schemas.microsoft.com/office/drawing/2014/main" id="{C4E2F823-F21B-CADC-A13C-D1449BB9CEE6}"/>
              </a:ext>
            </a:extLst>
          </p:cNvPr>
          <p:cNvCxnSpPr/>
          <p:nvPr/>
        </p:nvCxnSpPr>
        <p:spPr>
          <a:xfrm>
            <a:off x="0" y="825500"/>
            <a:ext cx="12192000" cy="0"/>
          </a:xfrm>
          <a:prstGeom prst="line">
            <a:avLst/>
          </a:prstGeom>
          <a:ln w="12700">
            <a:solidFill>
              <a:schemeClr val="bg2">
                <a:lumMod val="75000"/>
              </a:schemeClr>
            </a:solidFill>
          </a:ln>
        </p:spPr>
        <p:style>
          <a:lnRef idx="1">
            <a:schemeClr val="accent1"/>
          </a:lnRef>
          <a:fillRef idx="0">
            <a:schemeClr val="accent1"/>
          </a:fillRef>
          <a:effectRef idx="0">
            <a:schemeClr val="accent1"/>
          </a:effectRef>
          <a:fontRef idx="minor">
            <a:schemeClr val="tx1"/>
          </a:fontRef>
        </p:style>
      </p:cxnSp>
      <p:sp>
        <p:nvSpPr>
          <p:cNvPr id="3" name="テキスト プレースホルダー 17">
            <a:extLst>
              <a:ext uri="{FF2B5EF4-FFF2-40B4-BE49-F238E27FC236}">
                <a16:creationId xmlns:a16="http://schemas.microsoft.com/office/drawing/2014/main" id="{1F248896-136B-1524-833E-8F615E919CEB}"/>
              </a:ext>
            </a:extLst>
          </p:cNvPr>
          <p:cNvSpPr>
            <a:spLocks noGrp="1"/>
          </p:cNvSpPr>
          <p:nvPr>
            <p:ph type="body" sz="quarter" idx="11" hasCustomPrompt="1"/>
          </p:nvPr>
        </p:nvSpPr>
        <p:spPr>
          <a:xfrm>
            <a:off x="210575" y="348226"/>
            <a:ext cx="11455400" cy="469900"/>
          </a:xfrm>
        </p:spPr>
        <p:txBody>
          <a:bodyPr/>
          <a:lstStyle>
            <a:lvl1pPr marL="0" indent="0">
              <a:buNone/>
              <a:defRPr b="0">
                <a:latin typeface="游ゴシック Medium" panose="020B0500000000000000" pitchFamily="50" charset="-128"/>
                <a:ea typeface="游ゴシック Medium" panose="020B0500000000000000" pitchFamily="50" charset="-128"/>
              </a:defRPr>
            </a:lvl1pPr>
            <a:lvl2pPr marL="342874" indent="0">
              <a:buNone/>
              <a:defRPr/>
            </a:lvl2pPr>
            <a:lvl3pPr marL="685750" indent="0">
              <a:buNone/>
              <a:defRPr/>
            </a:lvl3pPr>
            <a:lvl4pPr marL="1028624" indent="0">
              <a:buNone/>
              <a:defRPr/>
            </a:lvl4pPr>
            <a:lvl5pPr marL="1371498" indent="0">
              <a:buNone/>
              <a:defRPr/>
            </a:lvl5pPr>
          </a:lstStyle>
          <a:p>
            <a:pPr lvl="0"/>
            <a:r>
              <a:rPr kumimoji="1" lang="ja-JP" altLang="en-US" dirty="0"/>
              <a:t>目次</a:t>
            </a:r>
            <a:endParaRPr kumimoji="1" lang="en-US" altLang="ja-JP" dirty="0"/>
          </a:p>
        </p:txBody>
      </p:sp>
      <p:sp>
        <p:nvSpPr>
          <p:cNvPr id="4" name="コンテンツ プレースホルダー 2">
            <a:extLst>
              <a:ext uri="{FF2B5EF4-FFF2-40B4-BE49-F238E27FC236}">
                <a16:creationId xmlns:a16="http://schemas.microsoft.com/office/drawing/2014/main" id="{0FCC5273-F979-4F77-088C-EB2AF8543B5F}"/>
              </a:ext>
            </a:extLst>
          </p:cNvPr>
          <p:cNvSpPr>
            <a:spLocks noGrp="1"/>
          </p:cNvSpPr>
          <p:nvPr>
            <p:ph idx="1" hasCustomPrompt="1"/>
          </p:nvPr>
        </p:nvSpPr>
        <p:spPr>
          <a:xfrm>
            <a:off x="558800" y="895352"/>
            <a:ext cx="11099800" cy="5689803"/>
          </a:xfrm>
        </p:spPr>
        <p:txBody>
          <a:bodyPr>
            <a:normAutofit/>
          </a:bodyPr>
          <a:lstStyle>
            <a:lvl1pPr marL="385734" indent="-385734">
              <a:buClr>
                <a:schemeClr val="bg1">
                  <a:lumMod val="10000"/>
                </a:schemeClr>
              </a:buClr>
              <a:buFont typeface="+mj-lt"/>
              <a:buAutoNum type="arabicPeriod"/>
              <a:defRPr sz="2800">
                <a:solidFill>
                  <a:schemeClr val="tx1"/>
                </a:solidFill>
                <a:latin typeface="游ゴシック" panose="020B0400000000000000" pitchFamily="50" charset="-128"/>
                <a:ea typeface="游ゴシック" panose="020B0400000000000000" pitchFamily="50" charset="-128"/>
              </a:defRPr>
            </a:lvl1pPr>
            <a:lvl2pPr marL="600030" marR="0" indent="-257156" algn="l" defTabSz="685750" rtl="0" eaLnBrk="1" fontAlgn="auto" latinLnBrk="0" hangingPunct="1">
              <a:lnSpc>
                <a:spcPct val="110000"/>
              </a:lnSpc>
              <a:spcBef>
                <a:spcPts val="0"/>
              </a:spcBef>
              <a:spcAft>
                <a:spcPts val="0"/>
              </a:spcAft>
              <a:buClrTx/>
              <a:buSzTx/>
              <a:buFont typeface="Arial" panose="020B0604020202020204" pitchFamily="34" charset="0"/>
              <a:buChar char="•"/>
              <a:tabLst/>
              <a:defRPr sz="2800">
                <a:latin typeface="游ゴシック Medium" panose="020B0500000000000000" pitchFamily="50" charset="-128"/>
                <a:ea typeface="游ゴシック Medium" panose="020B0500000000000000" pitchFamily="50" charset="-128"/>
              </a:defRPr>
            </a:lvl2pPr>
            <a:lvl3pPr marL="685750" indent="0">
              <a:buNone/>
              <a:defRPr/>
            </a:lvl3pPr>
            <a:lvl4pPr marL="1285779" indent="-257156">
              <a:buFont typeface="+mj-lt"/>
              <a:buAutoNum type="arabicPeriod"/>
              <a:defRPr sz="2800"/>
            </a:lvl4pPr>
            <a:lvl5pPr marL="1371498" indent="0">
              <a:buNone/>
              <a:defRPr/>
            </a:lvl5pPr>
          </a:lstStyle>
          <a:p>
            <a:pPr lvl="0"/>
            <a:r>
              <a:rPr kumimoji="1" lang="ja-JP" altLang="en-US" dirty="0"/>
              <a:t>大枠</a:t>
            </a:r>
            <a:endParaRPr kumimoji="1" lang="en-US" altLang="ja-JP" dirty="0"/>
          </a:p>
          <a:p>
            <a:pPr lvl="1"/>
            <a:r>
              <a:rPr kumimoji="1" lang="ja-JP" altLang="en-US" dirty="0"/>
              <a:t>スライドトピック</a:t>
            </a:r>
            <a:endParaRPr kumimoji="1" lang="en-US" altLang="ja-JP" dirty="0"/>
          </a:p>
          <a:p>
            <a:pPr lvl="3"/>
            <a:endParaRPr kumimoji="1" lang="en-US" altLang="ja-JP" dirty="0"/>
          </a:p>
          <a:p>
            <a:pPr lvl="3"/>
            <a:endParaRPr kumimoji="1" lang="en-US" altLang="ja-JP" dirty="0"/>
          </a:p>
          <a:p>
            <a:pPr lvl="1"/>
            <a:endParaRPr kumimoji="1" lang="en-US" altLang="ja-JP" dirty="0"/>
          </a:p>
          <a:p>
            <a:pPr lvl="0"/>
            <a:endParaRPr kumimoji="1" lang="en-US" altLang="ja-JP" dirty="0"/>
          </a:p>
          <a:p>
            <a:pPr lvl="0"/>
            <a:endParaRPr kumimoji="1" lang="en-US" altLang="ja-JP" dirty="0"/>
          </a:p>
          <a:p>
            <a:pPr lvl="1"/>
            <a:endParaRPr kumimoji="1" lang="en-US" altLang="ja-JP" dirty="0"/>
          </a:p>
        </p:txBody>
      </p:sp>
      <p:sp>
        <p:nvSpPr>
          <p:cNvPr id="5" name="テキスト ボックス 4">
            <a:extLst>
              <a:ext uri="{FF2B5EF4-FFF2-40B4-BE49-F238E27FC236}">
                <a16:creationId xmlns:a16="http://schemas.microsoft.com/office/drawing/2014/main" id="{C1470781-0DB4-3D2A-0BED-87B7D8A20579}"/>
              </a:ext>
            </a:extLst>
          </p:cNvPr>
          <p:cNvSpPr txBox="1"/>
          <p:nvPr/>
        </p:nvSpPr>
        <p:spPr>
          <a:xfrm>
            <a:off x="11493500" y="315648"/>
            <a:ext cx="465192" cy="369332"/>
          </a:xfrm>
          <a:prstGeom prst="rect">
            <a:avLst/>
          </a:prstGeom>
          <a:noFill/>
        </p:spPr>
        <p:txBody>
          <a:bodyPr wrap="none" rtlCol="0">
            <a:spAutoFit/>
          </a:bodyPr>
          <a:lstStyle/>
          <a:p>
            <a:fld id="{86695743-78A6-41C5-8EC9-B94E39B9B94D}" type="slidenum">
              <a:rPr kumimoji="1" lang="ja-JP" altLang="en-US" sz="1800" smtClean="0">
                <a:solidFill>
                  <a:schemeClr val="tx1"/>
                </a:solidFill>
                <a:latin typeface="+mn-lt"/>
                <a:ea typeface="游ゴシック Medium" panose="020B0500000000000000" pitchFamily="50" charset="-128"/>
              </a:rPr>
              <a:t>‹#›</a:t>
            </a:fld>
            <a:endParaRPr kumimoji="1" lang="ja-JP" altLang="en-US" sz="1800" dirty="0">
              <a:solidFill>
                <a:schemeClr val="tx1"/>
              </a:solidFill>
              <a:latin typeface="+mn-lt"/>
              <a:ea typeface="游ゴシック Medium" panose="020B0500000000000000" pitchFamily="50" charset="-128"/>
            </a:endParaRPr>
          </a:p>
        </p:txBody>
      </p:sp>
    </p:spTree>
    <p:extLst>
      <p:ext uri="{BB962C8B-B14F-4D97-AF65-F5344CB8AC3E}">
        <p14:creationId xmlns:p14="http://schemas.microsoft.com/office/powerpoint/2010/main" val="116636146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1_パラグラフスライド">
    <p:spTree>
      <p:nvGrpSpPr>
        <p:cNvPr id="1" name=""/>
        <p:cNvGrpSpPr/>
        <p:nvPr/>
      </p:nvGrpSpPr>
      <p:grpSpPr>
        <a:xfrm>
          <a:off x="0" y="0"/>
          <a:ext cx="0" cy="0"/>
          <a:chOff x="0" y="0"/>
          <a:chExt cx="0" cy="0"/>
        </a:xfrm>
      </p:grpSpPr>
      <p:sp>
        <p:nvSpPr>
          <p:cNvPr id="3" name="コンテンツ プレースホルダー 2"/>
          <p:cNvSpPr>
            <a:spLocks noGrp="1"/>
          </p:cNvSpPr>
          <p:nvPr>
            <p:ph idx="1" hasCustomPrompt="1"/>
          </p:nvPr>
        </p:nvSpPr>
        <p:spPr>
          <a:xfrm>
            <a:off x="558800" y="1066808"/>
            <a:ext cx="11099800" cy="5518353"/>
          </a:xfrm>
        </p:spPr>
        <p:txBody>
          <a:bodyPr>
            <a:normAutofit/>
          </a:bodyPr>
          <a:lstStyle>
            <a:lvl1pPr marL="342874" indent="-342874">
              <a:buClr>
                <a:schemeClr val="bg1">
                  <a:lumMod val="10000"/>
                </a:schemeClr>
              </a:buClr>
              <a:buFont typeface="Wingdings" panose="05000000000000000000" pitchFamily="2" charset="2"/>
              <a:buChar char="n"/>
              <a:defRPr sz="2400">
                <a:solidFill>
                  <a:schemeClr val="bg1">
                    <a:lumMod val="10000"/>
                  </a:schemeClr>
                </a:solidFill>
                <a:latin typeface="游ゴシック" panose="020B0400000000000000" pitchFamily="50" charset="-128"/>
                <a:ea typeface="游ゴシック" panose="020B0400000000000000" pitchFamily="50" charset="-128"/>
              </a:defRPr>
            </a:lvl1pPr>
            <a:lvl2pPr marL="600030" marR="0" indent="-257156" algn="l" defTabSz="685750" rtl="0" eaLnBrk="1" fontAlgn="auto" latinLnBrk="0" hangingPunct="1">
              <a:lnSpc>
                <a:spcPct val="150000"/>
              </a:lnSpc>
              <a:spcBef>
                <a:spcPts val="0"/>
              </a:spcBef>
              <a:spcAft>
                <a:spcPts val="0"/>
              </a:spcAft>
              <a:buClrTx/>
              <a:buSzTx/>
              <a:buFont typeface="Wingdings" panose="05000000000000000000" pitchFamily="2" charset="2"/>
              <a:buChar char="l"/>
              <a:tabLst/>
              <a:defRPr sz="2400">
                <a:solidFill>
                  <a:schemeClr val="bg1">
                    <a:lumMod val="10000"/>
                  </a:schemeClr>
                </a:solidFill>
                <a:latin typeface="游ゴシック Medium" panose="020B0500000000000000" pitchFamily="50" charset="-128"/>
                <a:ea typeface="游ゴシック Medium" panose="020B0500000000000000" pitchFamily="50" charset="-128"/>
              </a:defRPr>
            </a:lvl2pPr>
            <a:lvl3pPr marL="939335" indent="-253586">
              <a:buFont typeface="游ゴシック Medium" panose="020B0500000000000000" pitchFamily="50" charset="-128"/>
              <a:buChar char="-"/>
              <a:defRPr sz="2000">
                <a:solidFill>
                  <a:schemeClr val="bg1">
                    <a:lumMod val="10000"/>
                  </a:schemeClr>
                </a:solidFill>
              </a:defRPr>
            </a:lvl3pPr>
            <a:lvl4pPr>
              <a:defRPr sz="2000">
                <a:solidFill>
                  <a:schemeClr val="bg1">
                    <a:lumMod val="10000"/>
                  </a:schemeClr>
                </a:solidFill>
              </a:defRPr>
            </a:lvl4pPr>
            <a:lvl5pPr>
              <a:defRPr sz="2000">
                <a:solidFill>
                  <a:schemeClr val="bg1">
                    <a:lumMod val="10000"/>
                  </a:schemeClr>
                </a:solidFill>
              </a:defRPr>
            </a:lvl5pPr>
          </a:lstStyle>
          <a:p>
            <a:pPr lvl="0"/>
            <a:r>
              <a:rPr kumimoji="1" lang="ja-JP" altLang="en-US" dirty="0"/>
              <a:t>メッセージの補足説明（根拠／解説／具体例）</a:t>
            </a:r>
            <a:endParaRPr kumimoji="1" lang="en-US" altLang="ja-JP" dirty="0"/>
          </a:p>
          <a:p>
            <a:pPr lvl="1"/>
            <a:r>
              <a:rPr kumimoji="1" lang="ja-JP" altLang="en-US" dirty="0"/>
              <a:t>第２段</a:t>
            </a:r>
            <a:endParaRPr kumimoji="1" lang="en-US" altLang="ja-JP" dirty="0"/>
          </a:p>
          <a:p>
            <a:pPr lvl="2"/>
            <a:r>
              <a:rPr kumimoji="1" lang="ja-JP" altLang="en-US" dirty="0"/>
              <a:t>第３段</a:t>
            </a:r>
            <a:endParaRPr kumimoji="1" lang="en-US" altLang="ja-JP" dirty="0"/>
          </a:p>
          <a:p>
            <a:pPr lvl="3"/>
            <a:r>
              <a:rPr kumimoji="1" lang="ja-JP" altLang="en-US" dirty="0"/>
              <a:t>第４段</a:t>
            </a:r>
            <a:endParaRPr kumimoji="1" lang="en-US" altLang="ja-JP" dirty="0"/>
          </a:p>
          <a:p>
            <a:pPr lvl="4"/>
            <a:r>
              <a:rPr kumimoji="1" lang="ja-JP" altLang="en-US" dirty="0"/>
              <a:t>第５弾</a:t>
            </a:r>
            <a:endParaRPr kumimoji="1" lang="en-US" altLang="ja-JP" dirty="0"/>
          </a:p>
          <a:p>
            <a:pPr lvl="3"/>
            <a:endParaRPr kumimoji="1" lang="en-US" altLang="ja-JP" dirty="0"/>
          </a:p>
          <a:p>
            <a:pPr lvl="3"/>
            <a:endParaRPr kumimoji="1" lang="en-US" altLang="ja-JP" dirty="0"/>
          </a:p>
          <a:p>
            <a:pPr lvl="1"/>
            <a:endParaRPr kumimoji="1" lang="en-US" altLang="ja-JP" dirty="0"/>
          </a:p>
          <a:p>
            <a:pPr lvl="0"/>
            <a:endParaRPr kumimoji="1" lang="en-US" altLang="ja-JP" dirty="0"/>
          </a:p>
          <a:p>
            <a:pPr lvl="0"/>
            <a:endParaRPr kumimoji="1" lang="en-US" altLang="ja-JP" dirty="0"/>
          </a:p>
          <a:p>
            <a:pPr lvl="1"/>
            <a:endParaRPr kumimoji="1" lang="en-US" altLang="ja-JP" dirty="0"/>
          </a:p>
        </p:txBody>
      </p:sp>
      <p:sp>
        <p:nvSpPr>
          <p:cNvPr id="18" name="テキスト プレースホルダー 17"/>
          <p:cNvSpPr>
            <a:spLocks noGrp="1"/>
          </p:cNvSpPr>
          <p:nvPr>
            <p:ph type="body" sz="quarter" idx="11" hasCustomPrompt="1"/>
          </p:nvPr>
        </p:nvSpPr>
        <p:spPr>
          <a:xfrm>
            <a:off x="210575" y="348226"/>
            <a:ext cx="11455400" cy="469900"/>
          </a:xfrm>
        </p:spPr>
        <p:txBody>
          <a:bodyPr>
            <a:noAutofit/>
          </a:bodyPr>
          <a:lstStyle>
            <a:lvl1pPr marL="0" indent="0">
              <a:buNone/>
              <a:defRPr sz="2800" b="0">
                <a:latin typeface="游ゴシック Medium" panose="020B0500000000000000" pitchFamily="50" charset="-128"/>
                <a:ea typeface="游ゴシック Medium" panose="020B0500000000000000" pitchFamily="50" charset="-128"/>
              </a:defRPr>
            </a:lvl1pPr>
            <a:lvl2pPr marL="342874" indent="0">
              <a:buNone/>
              <a:defRPr/>
            </a:lvl2pPr>
            <a:lvl3pPr marL="685750" indent="0">
              <a:buNone/>
              <a:defRPr/>
            </a:lvl3pPr>
            <a:lvl4pPr marL="1028624" indent="0">
              <a:buNone/>
              <a:defRPr/>
            </a:lvl4pPr>
            <a:lvl5pPr marL="1371498" indent="0">
              <a:buNone/>
              <a:defRPr/>
            </a:lvl5pPr>
          </a:lstStyle>
          <a:p>
            <a:pPr lvl="0"/>
            <a:r>
              <a:rPr kumimoji="1" lang="ja-JP" altLang="en-US" dirty="0"/>
              <a:t>スライドの話題＝問い</a:t>
            </a:r>
            <a:r>
              <a:rPr kumimoji="1" lang="en-US" altLang="ja-JP" dirty="0"/>
              <a:t>=</a:t>
            </a:r>
            <a:r>
              <a:rPr kumimoji="1" lang="ja-JP" altLang="en-US" dirty="0"/>
              <a:t>論点</a:t>
            </a:r>
            <a:endParaRPr kumimoji="1" lang="en-US" altLang="ja-JP" dirty="0"/>
          </a:p>
        </p:txBody>
      </p:sp>
      <p:sp>
        <p:nvSpPr>
          <p:cNvPr id="23" name="テキスト ボックス 22"/>
          <p:cNvSpPr txBox="1"/>
          <p:nvPr/>
        </p:nvSpPr>
        <p:spPr>
          <a:xfrm>
            <a:off x="11493500" y="315648"/>
            <a:ext cx="465192" cy="369332"/>
          </a:xfrm>
          <a:prstGeom prst="rect">
            <a:avLst/>
          </a:prstGeom>
          <a:noFill/>
        </p:spPr>
        <p:txBody>
          <a:bodyPr wrap="none" rtlCol="0">
            <a:spAutoFit/>
          </a:bodyPr>
          <a:lstStyle/>
          <a:p>
            <a:fld id="{86695743-78A6-41C5-8EC9-B94E39B9B94D}" type="slidenum">
              <a:rPr kumimoji="1" lang="ja-JP" altLang="en-US" sz="1800" smtClean="0">
                <a:solidFill>
                  <a:schemeClr val="tx1"/>
                </a:solidFill>
                <a:latin typeface="+mn-lt"/>
                <a:ea typeface="游ゴシック Medium" panose="020B0500000000000000" pitchFamily="50" charset="-128"/>
              </a:rPr>
              <a:t>‹#›</a:t>
            </a:fld>
            <a:endParaRPr kumimoji="1" lang="ja-JP" altLang="en-US" sz="1800" dirty="0">
              <a:solidFill>
                <a:schemeClr val="tx1"/>
              </a:solidFill>
              <a:latin typeface="+mn-lt"/>
              <a:ea typeface="游ゴシック Medium" panose="020B0500000000000000" pitchFamily="50" charset="-128"/>
            </a:endParaRPr>
          </a:p>
        </p:txBody>
      </p:sp>
      <p:cxnSp>
        <p:nvCxnSpPr>
          <p:cNvPr id="26" name="直線コネクタ 25"/>
          <p:cNvCxnSpPr/>
          <p:nvPr/>
        </p:nvCxnSpPr>
        <p:spPr>
          <a:xfrm>
            <a:off x="0" y="825500"/>
            <a:ext cx="12192000" cy="0"/>
          </a:xfrm>
          <a:prstGeom prst="line">
            <a:avLst/>
          </a:prstGeom>
          <a:ln w="12700">
            <a:solidFill>
              <a:schemeClr val="bg2">
                <a:lumMod val="75000"/>
              </a:schemeClr>
            </a:solidFill>
          </a:ln>
        </p:spPr>
        <p:style>
          <a:lnRef idx="1">
            <a:schemeClr val="accent1"/>
          </a:lnRef>
          <a:fillRef idx="0">
            <a:schemeClr val="accent1"/>
          </a:fillRef>
          <a:effectRef idx="0">
            <a:schemeClr val="accent1"/>
          </a:effectRef>
          <a:fontRef idx="minor">
            <a:schemeClr val="tx1"/>
          </a:fontRef>
        </p:style>
      </p:cxnSp>
      <p:sp>
        <p:nvSpPr>
          <p:cNvPr id="4" name="テキスト ボックス 3">
            <a:extLst>
              <a:ext uri="{FF2B5EF4-FFF2-40B4-BE49-F238E27FC236}">
                <a16:creationId xmlns:a16="http://schemas.microsoft.com/office/drawing/2014/main" id="{7B4F7A6F-77E0-7B34-8275-7E64DE51B8BD}"/>
              </a:ext>
            </a:extLst>
          </p:cNvPr>
          <p:cNvSpPr txBox="1"/>
          <p:nvPr/>
        </p:nvSpPr>
        <p:spPr>
          <a:xfrm>
            <a:off x="11493500" y="315648"/>
            <a:ext cx="465192" cy="369332"/>
          </a:xfrm>
          <a:prstGeom prst="rect">
            <a:avLst/>
          </a:prstGeom>
          <a:noFill/>
        </p:spPr>
        <p:txBody>
          <a:bodyPr wrap="none" rtlCol="0">
            <a:spAutoFit/>
          </a:bodyPr>
          <a:lstStyle/>
          <a:p>
            <a:fld id="{86695743-78A6-41C5-8EC9-B94E39B9B94D}" type="slidenum">
              <a:rPr kumimoji="1" lang="ja-JP" altLang="en-US" sz="1800" smtClean="0">
                <a:solidFill>
                  <a:schemeClr val="tx1"/>
                </a:solidFill>
                <a:latin typeface="+mn-lt"/>
                <a:ea typeface="游ゴシック Medium" panose="020B0500000000000000" pitchFamily="50" charset="-128"/>
              </a:rPr>
              <a:t>‹#›</a:t>
            </a:fld>
            <a:endParaRPr kumimoji="1" lang="ja-JP" altLang="en-US" sz="1800" dirty="0">
              <a:solidFill>
                <a:schemeClr val="tx1"/>
              </a:solidFill>
              <a:latin typeface="+mn-lt"/>
              <a:ea typeface="游ゴシック Medium" panose="020B0500000000000000" pitchFamily="50" charset="-128"/>
            </a:endParaRPr>
          </a:p>
        </p:txBody>
      </p:sp>
      <p:cxnSp>
        <p:nvCxnSpPr>
          <p:cNvPr id="5" name="直線コネクタ 4">
            <a:extLst>
              <a:ext uri="{FF2B5EF4-FFF2-40B4-BE49-F238E27FC236}">
                <a16:creationId xmlns:a16="http://schemas.microsoft.com/office/drawing/2014/main" id="{126F81DA-F450-4D34-E663-93472DCA1677}"/>
              </a:ext>
            </a:extLst>
          </p:cNvPr>
          <p:cNvCxnSpPr/>
          <p:nvPr/>
        </p:nvCxnSpPr>
        <p:spPr>
          <a:xfrm>
            <a:off x="0" y="825500"/>
            <a:ext cx="12192000" cy="0"/>
          </a:xfrm>
          <a:prstGeom prst="line">
            <a:avLst/>
          </a:prstGeom>
          <a:ln w="12700">
            <a:solidFill>
              <a:schemeClr val="bg2">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4235716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パラグラフスライド">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558800" y="1016009"/>
            <a:ext cx="11099800" cy="938159"/>
          </a:xfrm>
        </p:spPr>
        <p:txBody>
          <a:bodyPr>
            <a:noAutofit/>
          </a:bodyPr>
          <a:lstStyle>
            <a:lvl1pPr>
              <a:defRPr sz="2800" b="1">
                <a:solidFill>
                  <a:schemeClr val="bg1">
                    <a:lumMod val="10000"/>
                  </a:schemeClr>
                </a:solidFill>
                <a:latin typeface="游ゴシック" panose="020B0400000000000000" pitchFamily="50" charset="-128"/>
                <a:ea typeface="游ゴシック" panose="020B0400000000000000" pitchFamily="50" charset="-128"/>
              </a:defRPr>
            </a:lvl1pPr>
          </a:lstStyle>
          <a:p>
            <a:r>
              <a:rPr kumimoji="1" lang="ja-JP" altLang="en-US" dirty="0"/>
              <a:t>話題について伝えるべきメッセージ（問いの答え）</a:t>
            </a:r>
          </a:p>
        </p:txBody>
      </p:sp>
      <p:sp>
        <p:nvSpPr>
          <p:cNvPr id="3" name="コンテンツ プレースホルダー 2"/>
          <p:cNvSpPr>
            <a:spLocks noGrp="1"/>
          </p:cNvSpPr>
          <p:nvPr>
            <p:ph idx="1" hasCustomPrompt="1"/>
          </p:nvPr>
        </p:nvSpPr>
        <p:spPr>
          <a:xfrm>
            <a:off x="558800" y="2013155"/>
            <a:ext cx="11099800" cy="4572000"/>
          </a:xfrm>
        </p:spPr>
        <p:txBody>
          <a:bodyPr>
            <a:normAutofit/>
          </a:bodyPr>
          <a:lstStyle>
            <a:lvl1pPr marL="342874" indent="-342874">
              <a:buFont typeface="Wingdings" panose="05000000000000000000" pitchFamily="2" charset="2"/>
              <a:buChar char="l"/>
              <a:defRPr sz="2400">
                <a:solidFill>
                  <a:schemeClr val="bg1">
                    <a:lumMod val="10000"/>
                  </a:schemeClr>
                </a:solidFill>
                <a:latin typeface="游ゴシック" panose="020B0400000000000000" pitchFamily="50" charset="-128"/>
                <a:ea typeface="游ゴシック" panose="020B0400000000000000" pitchFamily="50" charset="-128"/>
              </a:defRPr>
            </a:lvl1pPr>
            <a:lvl2pPr marL="600030" marR="0" indent="-257156" algn="l" defTabSz="685750" rtl="0" eaLnBrk="1" fontAlgn="auto" latinLnBrk="0" hangingPunct="1">
              <a:lnSpc>
                <a:spcPct val="150000"/>
              </a:lnSpc>
              <a:spcBef>
                <a:spcPts val="0"/>
              </a:spcBef>
              <a:spcAft>
                <a:spcPts val="0"/>
              </a:spcAft>
              <a:buClrTx/>
              <a:buSzTx/>
              <a:buFont typeface="Wingdings" panose="05000000000000000000" pitchFamily="2" charset="2"/>
              <a:buChar char="l"/>
              <a:tabLst/>
              <a:defRPr sz="2400">
                <a:solidFill>
                  <a:schemeClr val="bg1">
                    <a:lumMod val="10000"/>
                  </a:schemeClr>
                </a:solidFill>
                <a:latin typeface="游ゴシック Medium" panose="020B0500000000000000" pitchFamily="50" charset="-128"/>
                <a:ea typeface="游ゴシック Medium" panose="020B0500000000000000" pitchFamily="50" charset="-128"/>
              </a:defRPr>
            </a:lvl2pPr>
            <a:lvl3pPr>
              <a:defRPr sz="2000">
                <a:solidFill>
                  <a:schemeClr val="bg1">
                    <a:lumMod val="10000"/>
                  </a:schemeClr>
                </a:solidFill>
              </a:defRPr>
            </a:lvl3pPr>
            <a:lvl4pPr>
              <a:defRPr sz="2000">
                <a:solidFill>
                  <a:schemeClr val="bg1">
                    <a:lumMod val="10000"/>
                  </a:schemeClr>
                </a:solidFill>
              </a:defRPr>
            </a:lvl4pPr>
            <a:lvl5pPr>
              <a:defRPr sz="2000">
                <a:solidFill>
                  <a:schemeClr val="bg1">
                    <a:lumMod val="10000"/>
                  </a:schemeClr>
                </a:solidFill>
              </a:defRPr>
            </a:lvl5pPr>
          </a:lstStyle>
          <a:p>
            <a:pPr lvl="0"/>
            <a:r>
              <a:rPr kumimoji="1" lang="ja-JP" altLang="en-US" dirty="0"/>
              <a:t>メッセージの補足説明（根拠／解説／具体例）</a:t>
            </a:r>
            <a:endParaRPr kumimoji="1" lang="en-US" altLang="ja-JP" dirty="0"/>
          </a:p>
          <a:p>
            <a:pPr lvl="1"/>
            <a:r>
              <a:rPr kumimoji="1" lang="ja-JP" altLang="en-US" dirty="0"/>
              <a:t>第２段</a:t>
            </a:r>
            <a:endParaRPr kumimoji="1" lang="en-US" altLang="ja-JP" dirty="0"/>
          </a:p>
          <a:p>
            <a:pPr lvl="2"/>
            <a:r>
              <a:rPr kumimoji="1" lang="ja-JP" altLang="en-US" dirty="0"/>
              <a:t>第３段</a:t>
            </a:r>
            <a:endParaRPr kumimoji="1" lang="en-US" altLang="ja-JP" dirty="0"/>
          </a:p>
          <a:p>
            <a:pPr lvl="3"/>
            <a:r>
              <a:rPr kumimoji="1" lang="ja-JP" altLang="en-US" dirty="0"/>
              <a:t>第４段</a:t>
            </a:r>
            <a:endParaRPr kumimoji="1" lang="en-US" altLang="ja-JP" dirty="0"/>
          </a:p>
          <a:p>
            <a:pPr lvl="4"/>
            <a:r>
              <a:rPr kumimoji="1" lang="ja-JP" altLang="en-US" dirty="0"/>
              <a:t>第５弾</a:t>
            </a:r>
            <a:endParaRPr kumimoji="1" lang="en-US" altLang="ja-JP" dirty="0"/>
          </a:p>
          <a:p>
            <a:pPr lvl="3"/>
            <a:endParaRPr kumimoji="1" lang="en-US" altLang="ja-JP" dirty="0"/>
          </a:p>
          <a:p>
            <a:pPr lvl="3"/>
            <a:endParaRPr kumimoji="1" lang="en-US" altLang="ja-JP" dirty="0"/>
          </a:p>
          <a:p>
            <a:pPr lvl="1"/>
            <a:endParaRPr kumimoji="1" lang="en-US" altLang="ja-JP" dirty="0"/>
          </a:p>
          <a:p>
            <a:pPr lvl="0"/>
            <a:endParaRPr kumimoji="1" lang="en-US" altLang="ja-JP" dirty="0"/>
          </a:p>
          <a:p>
            <a:pPr lvl="0"/>
            <a:endParaRPr kumimoji="1" lang="en-US" altLang="ja-JP" dirty="0"/>
          </a:p>
          <a:p>
            <a:pPr lvl="1"/>
            <a:endParaRPr kumimoji="1" lang="en-US" altLang="ja-JP" dirty="0"/>
          </a:p>
        </p:txBody>
      </p:sp>
      <p:sp>
        <p:nvSpPr>
          <p:cNvPr id="18" name="テキスト プレースホルダー 17"/>
          <p:cNvSpPr>
            <a:spLocks noGrp="1"/>
          </p:cNvSpPr>
          <p:nvPr>
            <p:ph type="body" sz="quarter" idx="11" hasCustomPrompt="1"/>
          </p:nvPr>
        </p:nvSpPr>
        <p:spPr>
          <a:xfrm>
            <a:off x="210575" y="348226"/>
            <a:ext cx="11455400" cy="469900"/>
          </a:xfrm>
        </p:spPr>
        <p:txBody>
          <a:bodyPr>
            <a:noAutofit/>
          </a:bodyPr>
          <a:lstStyle>
            <a:lvl1pPr marL="0" indent="0">
              <a:buNone/>
              <a:defRPr sz="2800" b="0">
                <a:latin typeface="游ゴシック Medium" panose="020B0500000000000000" pitchFamily="50" charset="-128"/>
                <a:ea typeface="游ゴシック Medium" panose="020B0500000000000000" pitchFamily="50" charset="-128"/>
              </a:defRPr>
            </a:lvl1pPr>
            <a:lvl2pPr marL="342874" indent="0">
              <a:buNone/>
              <a:defRPr/>
            </a:lvl2pPr>
            <a:lvl3pPr marL="685750" indent="0">
              <a:buNone/>
              <a:defRPr/>
            </a:lvl3pPr>
            <a:lvl4pPr marL="1028624" indent="0">
              <a:buNone/>
              <a:defRPr/>
            </a:lvl4pPr>
            <a:lvl5pPr marL="1371498" indent="0">
              <a:buNone/>
              <a:defRPr/>
            </a:lvl5pPr>
          </a:lstStyle>
          <a:p>
            <a:pPr lvl="0"/>
            <a:r>
              <a:rPr kumimoji="1" lang="ja-JP" altLang="en-US" dirty="0"/>
              <a:t>スライドの話題＝問い</a:t>
            </a:r>
            <a:r>
              <a:rPr kumimoji="1" lang="en-US" altLang="ja-JP" dirty="0"/>
              <a:t>=</a:t>
            </a:r>
            <a:r>
              <a:rPr kumimoji="1" lang="ja-JP" altLang="en-US" dirty="0"/>
              <a:t>論点</a:t>
            </a:r>
            <a:endParaRPr kumimoji="1" lang="en-US" altLang="ja-JP" dirty="0"/>
          </a:p>
        </p:txBody>
      </p:sp>
      <p:sp>
        <p:nvSpPr>
          <p:cNvPr id="23" name="テキスト ボックス 22"/>
          <p:cNvSpPr txBox="1"/>
          <p:nvPr/>
        </p:nvSpPr>
        <p:spPr>
          <a:xfrm>
            <a:off x="11493500" y="315648"/>
            <a:ext cx="465192" cy="369332"/>
          </a:xfrm>
          <a:prstGeom prst="rect">
            <a:avLst/>
          </a:prstGeom>
          <a:noFill/>
        </p:spPr>
        <p:txBody>
          <a:bodyPr wrap="none" rtlCol="0">
            <a:spAutoFit/>
          </a:bodyPr>
          <a:lstStyle/>
          <a:p>
            <a:fld id="{86695743-78A6-41C5-8EC9-B94E39B9B94D}" type="slidenum">
              <a:rPr kumimoji="1" lang="ja-JP" altLang="en-US" sz="1800" smtClean="0">
                <a:solidFill>
                  <a:schemeClr val="tx1"/>
                </a:solidFill>
                <a:latin typeface="+mn-lt"/>
                <a:ea typeface="游ゴシック Medium" panose="020B0500000000000000" pitchFamily="50" charset="-128"/>
              </a:rPr>
              <a:t>‹#›</a:t>
            </a:fld>
            <a:endParaRPr kumimoji="1" lang="ja-JP" altLang="en-US" sz="1800" dirty="0">
              <a:solidFill>
                <a:schemeClr val="tx1"/>
              </a:solidFill>
              <a:latin typeface="+mn-lt"/>
              <a:ea typeface="游ゴシック Medium" panose="020B0500000000000000" pitchFamily="50" charset="-128"/>
            </a:endParaRPr>
          </a:p>
        </p:txBody>
      </p:sp>
      <p:cxnSp>
        <p:nvCxnSpPr>
          <p:cNvPr id="26" name="直線コネクタ 25"/>
          <p:cNvCxnSpPr/>
          <p:nvPr/>
        </p:nvCxnSpPr>
        <p:spPr>
          <a:xfrm>
            <a:off x="0" y="825500"/>
            <a:ext cx="12192000" cy="0"/>
          </a:xfrm>
          <a:prstGeom prst="line">
            <a:avLst/>
          </a:prstGeom>
          <a:ln w="12700">
            <a:solidFill>
              <a:schemeClr val="bg2">
                <a:lumMod val="75000"/>
              </a:schemeClr>
            </a:solidFill>
          </a:ln>
        </p:spPr>
        <p:style>
          <a:lnRef idx="1">
            <a:schemeClr val="accent1"/>
          </a:lnRef>
          <a:fillRef idx="0">
            <a:schemeClr val="accent1"/>
          </a:fillRef>
          <a:effectRef idx="0">
            <a:schemeClr val="accent1"/>
          </a:effectRef>
          <a:fontRef idx="minor">
            <a:schemeClr val="tx1"/>
          </a:fontRef>
        </p:style>
      </p:cxnSp>
      <p:sp>
        <p:nvSpPr>
          <p:cNvPr id="4" name="テキスト ボックス 3">
            <a:extLst>
              <a:ext uri="{FF2B5EF4-FFF2-40B4-BE49-F238E27FC236}">
                <a16:creationId xmlns:a16="http://schemas.microsoft.com/office/drawing/2014/main" id="{7B4F7A6F-77E0-7B34-8275-7E64DE51B8BD}"/>
              </a:ext>
            </a:extLst>
          </p:cNvPr>
          <p:cNvSpPr txBox="1"/>
          <p:nvPr/>
        </p:nvSpPr>
        <p:spPr>
          <a:xfrm>
            <a:off x="11493500" y="315648"/>
            <a:ext cx="465192" cy="369332"/>
          </a:xfrm>
          <a:prstGeom prst="rect">
            <a:avLst/>
          </a:prstGeom>
          <a:noFill/>
        </p:spPr>
        <p:txBody>
          <a:bodyPr wrap="none" rtlCol="0">
            <a:spAutoFit/>
          </a:bodyPr>
          <a:lstStyle/>
          <a:p>
            <a:fld id="{86695743-78A6-41C5-8EC9-B94E39B9B94D}" type="slidenum">
              <a:rPr kumimoji="1" lang="ja-JP" altLang="en-US" sz="1800" smtClean="0">
                <a:solidFill>
                  <a:schemeClr val="tx1"/>
                </a:solidFill>
                <a:latin typeface="+mn-lt"/>
                <a:ea typeface="游ゴシック Medium" panose="020B0500000000000000" pitchFamily="50" charset="-128"/>
              </a:rPr>
              <a:t>‹#›</a:t>
            </a:fld>
            <a:endParaRPr kumimoji="1" lang="ja-JP" altLang="en-US" sz="1800" dirty="0">
              <a:solidFill>
                <a:schemeClr val="tx1"/>
              </a:solidFill>
              <a:latin typeface="+mn-lt"/>
              <a:ea typeface="游ゴシック Medium" panose="020B0500000000000000" pitchFamily="50" charset="-128"/>
            </a:endParaRPr>
          </a:p>
        </p:txBody>
      </p:sp>
      <p:cxnSp>
        <p:nvCxnSpPr>
          <p:cNvPr id="5" name="直線コネクタ 4">
            <a:extLst>
              <a:ext uri="{FF2B5EF4-FFF2-40B4-BE49-F238E27FC236}">
                <a16:creationId xmlns:a16="http://schemas.microsoft.com/office/drawing/2014/main" id="{126F81DA-F450-4D34-E663-93472DCA1677}"/>
              </a:ext>
            </a:extLst>
          </p:cNvPr>
          <p:cNvCxnSpPr/>
          <p:nvPr/>
        </p:nvCxnSpPr>
        <p:spPr>
          <a:xfrm>
            <a:off x="0" y="825500"/>
            <a:ext cx="12192000" cy="0"/>
          </a:xfrm>
          <a:prstGeom prst="line">
            <a:avLst/>
          </a:prstGeom>
          <a:ln w="12700">
            <a:solidFill>
              <a:schemeClr val="bg2">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106148609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5.xml><?xml version="1.0" encoding="utf-8"?>
<p:sldLayout xmlns:a="http://schemas.openxmlformats.org/drawingml/2006/main" xmlns:r="http://schemas.openxmlformats.org/officeDocument/2006/relationships" xmlns:p="http://schemas.openxmlformats.org/presentationml/2006/main" preserve="1">
  <p:cSld name="パラグラフスライド(下)">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566175" y="5563429"/>
            <a:ext cx="11099800" cy="938159"/>
          </a:xfrm>
        </p:spPr>
        <p:txBody>
          <a:bodyPr>
            <a:noAutofit/>
          </a:bodyPr>
          <a:lstStyle>
            <a:lvl1pPr>
              <a:defRPr sz="2800" b="1">
                <a:solidFill>
                  <a:schemeClr val="bg1">
                    <a:lumMod val="10000"/>
                  </a:schemeClr>
                </a:solidFill>
                <a:latin typeface="游ゴシック" panose="020B0400000000000000" pitchFamily="50" charset="-128"/>
                <a:ea typeface="游ゴシック" panose="020B0400000000000000" pitchFamily="50" charset="-128"/>
              </a:defRPr>
            </a:lvl1pPr>
          </a:lstStyle>
          <a:p>
            <a:r>
              <a:rPr kumimoji="1" lang="ja-JP" altLang="en-US" dirty="0"/>
              <a:t>話題について伝えるべきメッセージ（問いの答え）</a:t>
            </a:r>
          </a:p>
        </p:txBody>
      </p:sp>
      <p:sp>
        <p:nvSpPr>
          <p:cNvPr id="3" name="コンテンツ プレースホルダー 2"/>
          <p:cNvSpPr>
            <a:spLocks noGrp="1"/>
          </p:cNvSpPr>
          <p:nvPr>
            <p:ph idx="1" hasCustomPrompt="1"/>
          </p:nvPr>
        </p:nvSpPr>
        <p:spPr>
          <a:xfrm>
            <a:off x="566175" y="958646"/>
            <a:ext cx="11099800" cy="4572000"/>
          </a:xfrm>
        </p:spPr>
        <p:txBody>
          <a:bodyPr>
            <a:normAutofit/>
          </a:bodyPr>
          <a:lstStyle>
            <a:lvl1pPr marL="0" indent="0">
              <a:buFont typeface="Wingdings" panose="05000000000000000000" pitchFamily="2" charset="2"/>
              <a:buNone/>
              <a:defRPr sz="2400">
                <a:solidFill>
                  <a:schemeClr val="bg1">
                    <a:lumMod val="10000"/>
                  </a:schemeClr>
                </a:solidFill>
                <a:latin typeface="游ゴシック" panose="020B0400000000000000" pitchFamily="50" charset="-128"/>
                <a:ea typeface="游ゴシック" panose="020B0400000000000000" pitchFamily="50" charset="-128"/>
              </a:defRPr>
            </a:lvl1pPr>
            <a:lvl2pPr marL="685750" marR="0" indent="-342874" algn="l" defTabSz="685750" rtl="0" eaLnBrk="1" fontAlgn="auto" latinLnBrk="0" hangingPunct="1">
              <a:lnSpc>
                <a:spcPct val="150000"/>
              </a:lnSpc>
              <a:spcBef>
                <a:spcPts val="0"/>
              </a:spcBef>
              <a:spcAft>
                <a:spcPts val="0"/>
              </a:spcAft>
              <a:buClrTx/>
              <a:buSzTx/>
              <a:buFont typeface="Wingdings" panose="05000000000000000000" pitchFamily="2" charset="2"/>
              <a:buChar char="l"/>
              <a:tabLst/>
              <a:defRPr sz="2400">
                <a:solidFill>
                  <a:schemeClr val="bg1">
                    <a:lumMod val="10000"/>
                  </a:schemeClr>
                </a:solidFill>
                <a:latin typeface="游ゴシック Medium" panose="020B0500000000000000" pitchFamily="50" charset="-128"/>
                <a:ea typeface="游ゴシック Medium" panose="020B0500000000000000" pitchFamily="50" charset="-128"/>
              </a:defRPr>
            </a:lvl2pPr>
            <a:lvl3pPr>
              <a:defRPr sz="2400">
                <a:solidFill>
                  <a:schemeClr val="bg1">
                    <a:lumMod val="10000"/>
                  </a:schemeClr>
                </a:solidFill>
              </a:defRPr>
            </a:lvl3pPr>
            <a:lvl4pPr>
              <a:defRPr sz="2400">
                <a:solidFill>
                  <a:schemeClr val="bg1">
                    <a:lumMod val="10000"/>
                  </a:schemeClr>
                </a:solidFill>
              </a:defRPr>
            </a:lvl4pPr>
            <a:lvl5pPr>
              <a:defRPr sz="2400">
                <a:solidFill>
                  <a:schemeClr val="bg1">
                    <a:lumMod val="10000"/>
                  </a:schemeClr>
                </a:solidFill>
              </a:defRPr>
            </a:lvl5pPr>
          </a:lstStyle>
          <a:p>
            <a:pPr lvl="0"/>
            <a:r>
              <a:rPr kumimoji="1" lang="ja-JP" altLang="en-US" dirty="0"/>
              <a:t>メッセージの補足説明（根拠／解説／具体例）</a:t>
            </a:r>
            <a:endParaRPr kumimoji="1" lang="en-US" altLang="ja-JP" dirty="0"/>
          </a:p>
          <a:p>
            <a:pPr lvl="1"/>
            <a:r>
              <a:rPr kumimoji="1" lang="ja-JP" altLang="en-US" dirty="0"/>
              <a:t>第２段</a:t>
            </a:r>
            <a:endParaRPr kumimoji="1" lang="en-US" altLang="ja-JP" dirty="0"/>
          </a:p>
          <a:p>
            <a:pPr lvl="2"/>
            <a:r>
              <a:rPr kumimoji="1" lang="ja-JP" altLang="en-US" dirty="0"/>
              <a:t>第３段</a:t>
            </a:r>
            <a:endParaRPr kumimoji="1" lang="en-US" altLang="ja-JP" dirty="0"/>
          </a:p>
          <a:p>
            <a:pPr lvl="3"/>
            <a:r>
              <a:rPr kumimoji="1" lang="ja-JP" altLang="en-US" dirty="0"/>
              <a:t>第４段</a:t>
            </a:r>
            <a:endParaRPr kumimoji="1" lang="en-US" altLang="ja-JP" dirty="0"/>
          </a:p>
          <a:p>
            <a:pPr lvl="4"/>
            <a:r>
              <a:rPr kumimoji="1" lang="ja-JP" altLang="en-US" dirty="0"/>
              <a:t>第５弾</a:t>
            </a:r>
            <a:endParaRPr kumimoji="1" lang="en-US" altLang="ja-JP" dirty="0"/>
          </a:p>
          <a:p>
            <a:pPr lvl="3"/>
            <a:endParaRPr kumimoji="1" lang="en-US" altLang="ja-JP" dirty="0"/>
          </a:p>
          <a:p>
            <a:pPr lvl="3"/>
            <a:endParaRPr kumimoji="1" lang="en-US" altLang="ja-JP" dirty="0"/>
          </a:p>
          <a:p>
            <a:pPr lvl="1"/>
            <a:endParaRPr kumimoji="1" lang="en-US" altLang="ja-JP" dirty="0"/>
          </a:p>
        </p:txBody>
      </p:sp>
      <p:sp>
        <p:nvSpPr>
          <p:cNvPr id="18" name="テキスト プレースホルダー 17"/>
          <p:cNvSpPr>
            <a:spLocks noGrp="1"/>
          </p:cNvSpPr>
          <p:nvPr>
            <p:ph type="body" sz="quarter" idx="11" hasCustomPrompt="1"/>
          </p:nvPr>
        </p:nvSpPr>
        <p:spPr>
          <a:xfrm>
            <a:off x="210575" y="348226"/>
            <a:ext cx="11455400" cy="469900"/>
          </a:xfrm>
        </p:spPr>
        <p:txBody>
          <a:bodyPr/>
          <a:lstStyle>
            <a:lvl1pPr marL="0" indent="0">
              <a:buNone/>
              <a:defRPr b="0">
                <a:latin typeface="游ゴシック Medium" panose="020B0500000000000000" pitchFamily="50" charset="-128"/>
                <a:ea typeface="游ゴシック Medium" panose="020B0500000000000000" pitchFamily="50" charset="-128"/>
              </a:defRPr>
            </a:lvl1pPr>
            <a:lvl2pPr marL="342874" indent="0">
              <a:buNone/>
              <a:defRPr/>
            </a:lvl2pPr>
            <a:lvl3pPr marL="685750" indent="0">
              <a:buNone/>
              <a:defRPr/>
            </a:lvl3pPr>
            <a:lvl4pPr marL="1028624" indent="0">
              <a:buNone/>
              <a:defRPr/>
            </a:lvl4pPr>
            <a:lvl5pPr marL="1371498" indent="0">
              <a:buNone/>
              <a:defRPr/>
            </a:lvl5pPr>
          </a:lstStyle>
          <a:p>
            <a:pPr lvl="0"/>
            <a:r>
              <a:rPr kumimoji="1" lang="ja-JP" altLang="en-US" dirty="0"/>
              <a:t>スライドの話題＝問い</a:t>
            </a:r>
            <a:r>
              <a:rPr kumimoji="1" lang="en-US" altLang="ja-JP" dirty="0"/>
              <a:t>=</a:t>
            </a:r>
            <a:r>
              <a:rPr kumimoji="1" lang="ja-JP" altLang="en-US" dirty="0"/>
              <a:t>論点</a:t>
            </a:r>
            <a:endParaRPr kumimoji="1" lang="en-US" altLang="ja-JP" dirty="0"/>
          </a:p>
        </p:txBody>
      </p:sp>
      <p:sp>
        <p:nvSpPr>
          <p:cNvPr id="23" name="テキスト ボックス 22"/>
          <p:cNvSpPr txBox="1"/>
          <p:nvPr/>
        </p:nvSpPr>
        <p:spPr>
          <a:xfrm>
            <a:off x="11493500" y="315648"/>
            <a:ext cx="465192" cy="369332"/>
          </a:xfrm>
          <a:prstGeom prst="rect">
            <a:avLst/>
          </a:prstGeom>
          <a:noFill/>
        </p:spPr>
        <p:txBody>
          <a:bodyPr wrap="none" rtlCol="0">
            <a:spAutoFit/>
          </a:bodyPr>
          <a:lstStyle/>
          <a:p>
            <a:fld id="{86695743-78A6-41C5-8EC9-B94E39B9B94D}" type="slidenum">
              <a:rPr kumimoji="1" lang="ja-JP" altLang="en-US" sz="1800" smtClean="0">
                <a:solidFill>
                  <a:schemeClr val="tx1"/>
                </a:solidFill>
                <a:latin typeface="+mn-lt"/>
                <a:ea typeface="游ゴシック Medium" panose="020B0500000000000000" pitchFamily="50" charset="-128"/>
              </a:rPr>
              <a:t>‹#›</a:t>
            </a:fld>
            <a:endParaRPr kumimoji="1" lang="ja-JP" altLang="en-US" sz="1800" dirty="0">
              <a:solidFill>
                <a:schemeClr val="tx1"/>
              </a:solidFill>
              <a:latin typeface="+mn-lt"/>
              <a:ea typeface="游ゴシック Medium" panose="020B0500000000000000" pitchFamily="50" charset="-128"/>
            </a:endParaRPr>
          </a:p>
        </p:txBody>
      </p:sp>
      <p:cxnSp>
        <p:nvCxnSpPr>
          <p:cNvPr id="26" name="直線コネクタ 25"/>
          <p:cNvCxnSpPr/>
          <p:nvPr/>
        </p:nvCxnSpPr>
        <p:spPr>
          <a:xfrm>
            <a:off x="0" y="825500"/>
            <a:ext cx="12192000" cy="0"/>
          </a:xfrm>
          <a:prstGeom prst="line">
            <a:avLst/>
          </a:prstGeom>
          <a:ln w="12700">
            <a:solidFill>
              <a:schemeClr val="bg2">
                <a:lumMod val="75000"/>
              </a:schemeClr>
            </a:solidFill>
          </a:ln>
        </p:spPr>
        <p:style>
          <a:lnRef idx="1">
            <a:schemeClr val="accent1"/>
          </a:lnRef>
          <a:fillRef idx="0">
            <a:schemeClr val="accent1"/>
          </a:fillRef>
          <a:effectRef idx="0">
            <a:schemeClr val="accent1"/>
          </a:effectRef>
          <a:fontRef idx="minor">
            <a:schemeClr val="tx1"/>
          </a:fontRef>
        </p:style>
      </p:cxnSp>
      <p:sp>
        <p:nvSpPr>
          <p:cNvPr id="4" name="テキスト ボックス 3">
            <a:extLst>
              <a:ext uri="{FF2B5EF4-FFF2-40B4-BE49-F238E27FC236}">
                <a16:creationId xmlns:a16="http://schemas.microsoft.com/office/drawing/2014/main" id="{7B4F7A6F-77E0-7B34-8275-7E64DE51B8BD}"/>
              </a:ext>
            </a:extLst>
          </p:cNvPr>
          <p:cNvSpPr txBox="1"/>
          <p:nvPr/>
        </p:nvSpPr>
        <p:spPr>
          <a:xfrm>
            <a:off x="11493500" y="315648"/>
            <a:ext cx="465192" cy="369332"/>
          </a:xfrm>
          <a:prstGeom prst="rect">
            <a:avLst/>
          </a:prstGeom>
          <a:noFill/>
        </p:spPr>
        <p:txBody>
          <a:bodyPr wrap="none" rtlCol="0">
            <a:spAutoFit/>
          </a:bodyPr>
          <a:lstStyle/>
          <a:p>
            <a:fld id="{86695743-78A6-41C5-8EC9-B94E39B9B94D}" type="slidenum">
              <a:rPr kumimoji="1" lang="ja-JP" altLang="en-US" sz="1800" smtClean="0">
                <a:solidFill>
                  <a:schemeClr val="tx1"/>
                </a:solidFill>
                <a:latin typeface="+mn-lt"/>
                <a:ea typeface="游ゴシック Medium" panose="020B0500000000000000" pitchFamily="50" charset="-128"/>
              </a:rPr>
              <a:t>‹#›</a:t>
            </a:fld>
            <a:endParaRPr kumimoji="1" lang="ja-JP" altLang="en-US" sz="1800" dirty="0">
              <a:solidFill>
                <a:schemeClr val="tx1"/>
              </a:solidFill>
              <a:latin typeface="+mn-lt"/>
              <a:ea typeface="游ゴシック Medium" panose="020B0500000000000000" pitchFamily="50" charset="-128"/>
            </a:endParaRPr>
          </a:p>
        </p:txBody>
      </p:sp>
      <p:cxnSp>
        <p:nvCxnSpPr>
          <p:cNvPr id="5" name="直線コネクタ 4">
            <a:extLst>
              <a:ext uri="{FF2B5EF4-FFF2-40B4-BE49-F238E27FC236}">
                <a16:creationId xmlns:a16="http://schemas.microsoft.com/office/drawing/2014/main" id="{126F81DA-F450-4D34-E663-93472DCA1677}"/>
              </a:ext>
            </a:extLst>
          </p:cNvPr>
          <p:cNvCxnSpPr/>
          <p:nvPr/>
        </p:nvCxnSpPr>
        <p:spPr>
          <a:xfrm>
            <a:off x="0" y="825500"/>
            <a:ext cx="12192000" cy="0"/>
          </a:xfrm>
          <a:prstGeom prst="line">
            <a:avLst/>
          </a:prstGeom>
          <a:ln w="12700">
            <a:solidFill>
              <a:schemeClr val="bg2">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59827931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Layouts/slideLayout6.xml><?xml version="1.0" encoding="utf-8"?>
<p:sldLayout xmlns:a="http://schemas.openxmlformats.org/drawingml/2006/main" xmlns:r="http://schemas.openxmlformats.org/officeDocument/2006/relationships" xmlns:p="http://schemas.openxmlformats.org/presentationml/2006/main" type="title">
  <p:cSld name="1_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573B417-C573-26F0-7D80-045C74C642E6}"/>
              </a:ext>
            </a:extLst>
          </p:cNvPr>
          <p:cNvSpPr>
            <a:spLocks noGrp="1"/>
          </p:cNvSpPr>
          <p:nvPr>
            <p:ph type="ctrTitle"/>
          </p:nvPr>
        </p:nvSpPr>
        <p:spPr>
          <a:xfrm>
            <a:off x="1524000" y="1122363"/>
            <a:ext cx="9144000" cy="2387600"/>
          </a:xfrm>
        </p:spPr>
        <p:txBody>
          <a:bodyPr anchor="b"/>
          <a:lstStyle>
            <a:lvl1pPr algn="ctr">
              <a:defRPr sz="6000"/>
            </a:lvl1pPr>
          </a:lstStyle>
          <a:p>
            <a:r>
              <a:rPr kumimoji="1" lang="ja-JP" altLang="en-US"/>
              <a:t>マスター タイトルの書式設定</a:t>
            </a:r>
          </a:p>
        </p:txBody>
      </p:sp>
      <p:sp>
        <p:nvSpPr>
          <p:cNvPr id="3" name="字幕 2">
            <a:extLst>
              <a:ext uri="{FF2B5EF4-FFF2-40B4-BE49-F238E27FC236}">
                <a16:creationId xmlns:a16="http://schemas.microsoft.com/office/drawing/2014/main" id="{DE299902-A91B-E44B-FCC4-DC9393D89A7A}"/>
              </a:ext>
            </a:extLst>
          </p:cNvPr>
          <p:cNvSpPr>
            <a:spLocks noGrp="1"/>
          </p:cNvSpPr>
          <p:nvPr>
            <p:ph type="subTitle" idx="1"/>
          </p:nvPr>
        </p:nvSpPr>
        <p:spPr>
          <a:xfrm>
            <a:off x="1524000" y="3602038"/>
            <a:ext cx="9144000" cy="1655762"/>
          </a:xfrm>
        </p:spPr>
        <p:txBody>
          <a:bodyPr/>
          <a:lstStyle>
            <a:lvl1pPr marL="0" indent="0" algn="ctr">
              <a:buNone/>
              <a:defRPr sz="2400"/>
            </a:lvl1pPr>
            <a:lvl2pPr marL="457167" indent="0" algn="ctr">
              <a:buNone/>
              <a:defRPr sz="2000"/>
            </a:lvl2pPr>
            <a:lvl3pPr marL="914332" indent="0" algn="ctr">
              <a:buNone/>
              <a:defRPr sz="1800"/>
            </a:lvl3pPr>
            <a:lvl4pPr marL="1371498" indent="0" algn="ctr">
              <a:buNone/>
              <a:defRPr sz="1600"/>
            </a:lvl4pPr>
            <a:lvl5pPr marL="1828664" indent="0" algn="ctr">
              <a:buNone/>
              <a:defRPr sz="1600"/>
            </a:lvl5pPr>
            <a:lvl6pPr marL="2285830" indent="0" algn="ctr">
              <a:buNone/>
              <a:defRPr sz="1600"/>
            </a:lvl6pPr>
            <a:lvl7pPr marL="2742994" indent="0" algn="ctr">
              <a:buNone/>
              <a:defRPr sz="1600"/>
            </a:lvl7pPr>
            <a:lvl8pPr marL="3200160" indent="0" algn="ctr">
              <a:buNone/>
              <a:defRPr sz="1600"/>
            </a:lvl8pPr>
            <a:lvl9pPr marL="3657327" indent="0" algn="ctr">
              <a:buNone/>
              <a:defRPr sz="1600"/>
            </a:lvl9pPr>
          </a:lstStyle>
          <a:p>
            <a:r>
              <a:rPr kumimoji="1" lang="ja-JP" altLang="en-US"/>
              <a:t>マスター サブタイトルの書式設定</a:t>
            </a:r>
          </a:p>
        </p:txBody>
      </p:sp>
      <p:sp>
        <p:nvSpPr>
          <p:cNvPr id="4" name="日付プレースホルダー 3">
            <a:extLst>
              <a:ext uri="{FF2B5EF4-FFF2-40B4-BE49-F238E27FC236}">
                <a16:creationId xmlns:a16="http://schemas.microsoft.com/office/drawing/2014/main" id="{A49EF029-6BFC-7975-B811-AF9D15F4D9DB}"/>
              </a:ext>
            </a:extLst>
          </p:cNvPr>
          <p:cNvSpPr>
            <a:spLocks noGrp="1"/>
          </p:cNvSpPr>
          <p:nvPr>
            <p:ph type="dt" sz="half" idx="10"/>
          </p:nvPr>
        </p:nvSpPr>
        <p:spPr/>
        <p:txBody>
          <a:bodyPr/>
          <a:lstStyle/>
          <a:p>
            <a:endParaRPr kumimoji="1" lang="ja-JP" altLang="en-US"/>
          </a:p>
        </p:txBody>
      </p:sp>
      <p:sp>
        <p:nvSpPr>
          <p:cNvPr id="5" name="フッター プレースホルダー 4">
            <a:extLst>
              <a:ext uri="{FF2B5EF4-FFF2-40B4-BE49-F238E27FC236}">
                <a16:creationId xmlns:a16="http://schemas.microsoft.com/office/drawing/2014/main" id="{8034BE51-68FE-6A0A-0C28-FE7076A58D10}"/>
              </a:ext>
            </a:extLst>
          </p:cNvPr>
          <p:cNvSpPr>
            <a:spLocks noGrp="1"/>
          </p:cNvSpPr>
          <p:nvPr>
            <p:ph type="ftr" sz="quarter" idx="11"/>
          </p:nvPr>
        </p:nvSpPr>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0A081C2A-B726-AF95-6941-6DA27D728DC3}"/>
              </a:ext>
            </a:extLst>
          </p:cNvPr>
          <p:cNvSpPr>
            <a:spLocks noGrp="1"/>
          </p:cNvSpPr>
          <p:nvPr>
            <p:ph type="sldNum" sz="quarter" idx="12"/>
          </p:nvPr>
        </p:nvSpPr>
        <p:spPr/>
        <p:txBody>
          <a:bodyPr/>
          <a:lstStyle/>
          <a:p>
            <a:fld id="{36CC8B87-28FD-40C1-8BEA-A488324BDA2F}" type="slidenum">
              <a:rPr kumimoji="1" lang="ja-JP" altLang="en-US" smtClean="0"/>
              <a:t>‹#›</a:t>
            </a:fld>
            <a:endParaRPr kumimoji="1" lang="ja-JP" altLang="en-US"/>
          </a:p>
        </p:txBody>
      </p:sp>
    </p:spTree>
    <p:extLst>
      <p:ext uri="{BB962C8B-B14F-4D97-AF65-F5344CB8AC3E}">
        <p14:creationId xmlns:p14="http://schemas.microsoft.com/office/powerpoint/2010/main" val="366333773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title" preserve="1">
  <p:cSld name="タイトル スライド">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CD1445D-B0F8-733F-9422-5547FE77D364}"/>
              </a:ext>
            </a:extLst>
          </p:cNvPr>
          <p:cNvSpPr>
            <a:spLocks noGrp="1"/>
          </p:cNvSpPr>
          <p:nvPr>
            <p:ph type="ctrTitle"/>
          </p:nvPr>
        </p:nvSpPr>
        <p:spPr>
          <a:xfrm>
            <a:off x="1524000" y="2418556"/>
            <a:ext cx="9144000" cy="2020888"/>
          </a:xfrm>
        </p:spPr>
        <p:txBody>
          <a:bodyPr anchor="ctr"/>
          <a:lstStyle>
            <a:lvl1pPr algn="ctr">
              <a:defRPr sz="6000">
                <a:solidFill>
                  <a:schemeClr val="tx1"/>
                </a:solidFill>
              </a:defRPr>
            </a:lvl1pPr>
          </a:lstStyle>
          <a:p>
            <a:r>
              <a:rPr kumimoji="1" lang="ja-JP" altLang="en-US"/>
              <a:t>マスター タイトルの書式設定</a:t>
            </a:r>
            <a:endParaRPr kumimoji="1" lang="ja-JP" altLang="en-US" dirty="0"/>
          </a:p>
        </p:txBody>
      </p:sp>
      <p:sp>
        <p:nvSpPr>
          <p:cNvPr id="3" name="字幕 2">
            <a:extLst>
              <a:ext uri="{FF2B5EF4-FFF2-40B4-BE49-F238E27FC236}">
                <a16:creationId xmlns:a16="http://schemas.microsoft.com/office/drawing/2014/main" id="{6EE79A5E-E0BF-0920-11E9-43C7DC252048}"/>
              </a:ext>
            </a:extLst>
          </p:cNvPr>
          <p:cNvSpPr>
            <a:spLocks noGrp="1"/>
          </p:cNvSpPr>
          <p:nvPr>
            <p:ph type="subTitle" idx="1"/>
          </p:nvPr>
        </p:nvSpPr>
        <p:spPr>
          <a:xfrm>
            <a:off x="1524000" y="5067307"/>
            <a:ext cx="9144000" cy="1152525"/>
          </a:xfrm>
        </p:spPr>
        <p:txBody>
          <a:bodyPr/>
          <a:lstStyle>
            <a:lvl1pPr marL="0" indent="0" algn="ctr">
              <a:buNone/>
              <a:defRPr sz="2400"/>
            </a:lvl1pPr>
            <a:lvl2pPr marL="457167" indent="0" algn="ctr">
              <a:buNone/>
              <a:defRPr sz="2000"/>
            </a:lvl2pPr>
            <a:lvl3pPr marL="914332" indent="0" algn="ctr">
              <a:buNone/>
              <a:defRPr sz="1800"/>
            </a:lvl3pPr>
            <a:lvl4pPr marL="1371498" indent="0" algn="ctr">
              <a:buNone/>
              <a:defRPr sz="1600"/>
            </a:lvl4pPr>
            <a:lvl5pPr marL="1828664" indent="0" algn="ctr">
              <a:buNone/>
              <a:defRPr sz="1600"/>
            </a:lvl5pPr>
            <a:lvl6pPr marL="2285830" indent="0" algn="ctr">
              <a:buNone/>
              <a:defRPr sz="1600"/>
            </a:lvl6pPr>
            <a:lvl7pPr marL="2742994" indent="0" algn="ctr">
              <a:buNone/>
              <a:defRPr sz="1600"/>
            </a:lvl7pPr>
            <a:lvl8pPr marL="3200160" indent="0" algn="ctr">
              <a:buNone/>
              <a:defRPr sz="1600"/>
            </a:lvl8pPr>
            <a:lvl9pPr marL="3657327" indent="0" algn="ctr">
              <a:buNone/>
              <a:defRPr sz="1600"/>
            </a:lvl9pPr>
          </a:lstStyle>
          <a:p>
            <a:r>
              <a:rPr kumimoji="1" lang="ja-JP" altLang="en-US"/>
              <a:t>マスター サブタイトルの書式設定</a:t>
            </a:r>
            <a:endParaRPr kumimoji="1" lang="ja-JP" altLang="en-US" dirty="0"/>
          </a:p>
        </p:txBody>
      </p:sp>
      <p:sp>
        <p:nvSpPr>
          <p:cNvPr id="4" name="日付プレースホルダー 3">
            <a:extLst>
              <a:ext uri="{FF2B5EF4-FFF2-40B4-BE49-F238E27FC236}">
                <a16:creationId xmlns:a16="http://schemas.microsoft.com/office/drawing/2014/main" id="{9C080CED-07D8-C9F1-59A2-4839D3848635}"/>
              </a:ext>
            </a:extLst>
          </p:cNvPr>
          <p:cNvSpPr>
            <a:spLocks noGrp="1"/>
          </p:cNvSpPr>
          <p:nvPr>
            <p:ph type="dt" sz="half" idx="10"/>
          </p:nvPr>
        </p:nvSpPr>
        <p:spPr>
          <a:xfrm>
            <a:off x="838200" y="6356358"/>
            <a:ext cx="2743200" cy="365125"/>
          </a:xfrm>
          <a:prstGeom prst="rect">
            <a:avLst/>
          </a:prstGeom>
        </p:spPr>
        <p:txBody>
          <a:bodyPr/>
          <a:lstStyle/>
          <a:p>
            <a:endParaRPr kumimoji="1" lang="ja-JP" altLang="en-US"/>
          </a:p>
        </p:txBody>
      </p:sp>
      <p:sp>
        <p:nvSpPr>
          <p:cNvPr id="5" name="フッター プレースホルダー 4">
            <a:extLst>
              <a:ext uri="{FF2B5EF4-FFF2-40B4-BE49-F238E27FC236}">
                <a16:creationId xmlns:a16="http://schemas.microsoft.com/office/drawing/2014/main" id="{F861451B-8909-6CE7-4F89-22F10E941B23}"/>
              </a:ext>
            </a:extLst>
          </p:cNvPr>
          <p:cNvSpPr>
            <a:spLocks noGrp="1"/>
          </p:cNvSpPr>
          <p:nvPr>
            <p:ph type="ftr" sz="quarter" idx="11"/>
          </p:nvPr>
        </p:nvSpPr>
        <p:spPr>
          <a:xfrm>
            <a:off x="4038600" y="6356358"/>
            <a:ext cx="4114800" cy="365125"/>
          </a:xfrm>
          <a:prstGeom prst="rect">
            <a:avLst/>
          </a:prstGeom>
        </p:spPr>
        <p:txBody>
          <a:bodyPr/>
          <a:lstStyle/>
          <a:p>
            <a:endParaRPr kumimoji="1" lang="ja-JP" altLang="en-US"/>
          </a:p>
        </p:txBody>
      </p:sp>
      <p:sp>
        <p:nvSpPr>
          <p:cNvPr id="7" name="スライド番号プレースホルダー 5">
            <a:extLst>
              <a:ext uri="{FF2B5EF4-FFF2-40B4-BE49-F238E27FC236}">
                <a16:creationId xmlns:a16="http://schemas.microsoft.com/office/drawing/2014/main" id="{15655983-AFBC-8BA7-6110-F7A5B61817D2}"/>
              </a:ext>
            </a:extLst>
          </p:cNvPr>
          <p:cNvSpPr>
            <a:spLocks noGrp="1"/>
          </p:cNvSpPr>
          <p:nvPr>
            <p:ph type="sldNum" sz="quarter" idx="12"/>
          </p:nvPr>
        </p:nvSpPr>
        <p:spPr>
          <a:xfrm>
            <a:off x="10696581" y="1"/>
            <a:ext cx="1495425" cy="795338"/>
          </a:xfrm>
        </p:spPr>
        <p:txBody>
          <a:bodyPr/>
          <a:lstStyle>
            <a:lvl1pPr>
              <a:defRPr/>
            </a:lvl1pPr>
          </a:lstStyle>
          <a:p>
            <a:fld id="{E840A230-9361-46B1-ADC9-D6E86DDB17B3}" type="slidenum">
              <a:rPr kumimoji="1" lang="ja-JP" altLang="en-US" smtClean="0"/>
              <a:pPr/>
              <a:t>‹#›</a:t>
            </a:fld>
            <a:endParaRPr kumimoji="1" lang="ja-JP" altLang="en-US" dirty="0"/>
          </a:p>
        </p:txBody>
      </p:sp>
    </p:spTree>
    <p:extLst>
      <p:ext uri="{BB962C8B-B14F-4D97-AF65-F5344CB8AC3E}">
        <p14:creationId xmlns:p14="http://schemas.microsoft.com/office/powerpoint/2010/main" val="1835003783"/>
      </p:ext>
    </p:extLst>
  </p:cSld>
  <p:clrMapOvr>
    <a:masterClrMapping/>
  </p:clrMapOvr>
  <p:extLst>
    <p:ext uri="{DCECCB84-F9BA-43D5-87BE-67443E8EF086}">
      <p15:sldGuideLst xmlns:p15="http://schemas.microsoft.com/office/powerpoint/2012/main">
        <p15:guide id="1" orient="horz" pos="754" userDrawn="1">
          <p15:clr>
            <a:srgbClr val="FBAE40"/>
          </p15:clr>
        </p15:guide>
        <p15:guide id="2" pos="1867" userDrawn="1">
          <p15:clr>
            <a:srgbClr val="FBAE40"/>
          </p15:clr>
        </p15:guide>
      </p15:sldGuideLst>
    </p:ext>
  </p:extLst>
</p:sldLayout>
</file>

<file path=ppt/slideLayouts/slideLayout8.xml><?xml version="1.0" encoding="utf-8"?>
<p:sldLayout xmlns:a="http://schemas.openxmlformats.org/drawingml/2006/main" xmlns:r="http://schemas.openxmlformats.org/officeDocument/2006/relationships" xmlns:p="http://schemas.openxmlformats.org/presentationml/2006/main" preserve="1" userDrawn="1">
  <p:cSld name="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F212D68-86E2-A5E0-B1E1-99B9BF6605AB}"/>
              </a:ext>
            </a:extLst>
          </p:cNvPr>
          <p:cNvSpPr>
            <a:spLocks noGrp="1"/>
          </p:cNvSpPr>
          <p:nvPr>
            <p:ph type="title"/>
          </p:nvPr>
        </p:nvSpPr>
        <p:spPr>
          <a:xfrm>
            <a:off x="838200" y="365126"/>
            <a:ext cx="10515600" cy="795338"/>
          </a:xfrm>
        </p:spPr>
        <p:txBody>
          <a:bodyPr>
            <a:normAutofit/>
          </a:bodyPr>
          <a:lstStyle>
            <a:lvl1pPr>
              <a:defRPr sz="2800" b="1">
                <a:solidFill>
                  <a:schemeClr val="bg1"/>
                </a:solidFill>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CC138EE1-AABF-BDE7-1448-2382A30816EA}"/>
              </a:ext>
            </a:extLst>
          </p:cNvPr>
          <p:cNvSpPr>
            <a:spLocks noGrp="1"/>
          </p:cNvSpPr>
          <p:nvPr>
            <p:ph idx="1"/>
          </p:nvPr>
        </p:nvSpPr>
        <p:spPr>
          <a:xfrm>
            <a:off x="838200" y="1341438"/>
            <a:ext cx="10515600" cy="5151436"/>
          </a:xfrm>
        </p:spPr>
        <p:txBody>
          <a:bodyPr/>
          <a:lstStyle>
            <a:lvl1pPr>
              <a:defRPr sz="2600"/>
            </a:lvl1pPr>
            <a:lvl2pPr>
              <a:defRPr sz="2400"/>
            </a:lvl2p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6" name="スライド番号プレースホルダー 5">
            <a:extLst>
              <a:ext uri="{FF2B5EF4-FFF2-40B4-BE49-F238E27FC236}">
                <a16:creationId xmlns:a16="http://schemas.microsoft.com/office/drawing/2014/main" id="{6A37D407-2C7E-0672-3C21-D86ABC8B5D76}"/>
              </a:ext>
            </a:extLst>
          </p:cNvPr>
          <p:cNvSpPr>
            <a:spLocks noGrp="1"/>
          </p:cNvSpPr>
          <p:nvPr>
            <p:ph type="sldNum" sz="quarter" idx="12"/>
          </p:nvPr>
        </p:nvSpPr>
        <p:spPr>
          <a:xfrm>
            <a:off x="10696581" y="1"/>
            <a:ext cx="1495425" cy="795338"/>
          </a:xfrm>
        </p:spPr>
        <p:txBody>
          <a:bodyPr/>
          <a:lstStyle>
            <a:lvl1pPr>
              <a:defRPr sz="2800"/>
            </a:lvl1pPr>
          </a:lstStyle>
          <a:p>
            <a:fld id="{36CC8B87-28FD-40C1-8BEA-A488324BDA2F}" type="slidenum">
              <a:rPr kumimoji="1" lang="ja-JP" altLang="en-US" smtClean="0"/>
              <a:pPr/>
              <a:t>‹#›</a:t>
            </a:fld>
            <a:endParaRPr kumimoji="1" lang="ja-JP" altLang="en-US" dirty="0"/>
          </a:p>
        </p:txBody>
      </p:sp>
    </p:spTree>
    <p:extLst>
      <p:ext uri="{BB962C8B-B14F-4D97-AF65-F5344CB8AC3E}">
        <p14:creationId xmlns:p14="http://schemas.microsoft.com/office/powerpoint/2010/main" val="3298947534"/>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9.xml><?xml version="1.0" encoding="utf-8"?>
<p:sldLayout xmlns:a="http://schemas.openxmlformats.org/drawingml/2006/main" xmlns:r="http://schemas.openxmlformats.org/officeDocument/2006/relationships" xmlns:p="http://schemas.openxmlformats.org/presentationml/2006/main" preserve="1" userDrawn="1">
  <p:cSld name="1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F212D68-86E2-A5E0-B1E1-99B9BF6605AB}"/>
              </a:ext>
            </a:extLst>
          </p:cNvPr>
          <p:cNvSpPr>
            <a:spLocks noGrp="1"/>
          </p:cNvSpPr>
          <p:nvPr>
            <p:ph type="title"/>
          </p:nvPr>
        </p:nvSpPr>
        <p:spPr>
          <a:xfrm>
            <a:off x="838200" y="365126"/>
            <a:ext cx="10515600" cy="795338"/>
          </a:xfrm>
        </p:spPr>
        <p:txBody>
          <a:bodyPr>
            <a:normAutofit/>
          </a:bodyPr>
          <a:lstStyle>
            <a:lvl1pPr>
              <a:defRPr sz="2800" b="1">
                <a:solidFill>
                  <a:schemeClr val="bg1"/>
                </a:solidFill>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CC138EE1-AABF-BDE7-1448-2382A30816EA}"/>
              </a:ext>
            </a:extLst>
          </p:cNvPr>
          <p:cNvSpPr>
            <a:spLocks noGrp="1"/>
          </p:cNvSpPr>
          <p:nvPr>
            <p:ph idx="1"/>
          </p:nvPr>
        </p:nvSpPr>
        <p:spPr>
          <a:xfrm>
            <a:off x="838200" y="1341445"/>
            <a:ext cx="10515600" cy="3979863"/>
          </a:xfrm>
        </p:spPr>
        <p:txBody>
          <a:bodyPr/>
          <a:lstStyle>
            <a:lvl1pPr>
              <a:defRPr sz="2400"/>
            </a:lvl1pPr>
            <a:lvl2pPr>
              <a:defRPr sz="2400"/>
            </a:lvl2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6" name="スライド番号プレースホルダー 5">
            <a:extLst>
              <a:ext uri="{FF2B5EF4-FFF2-40B4-BE49-F238E27FC236}">
                <a16:creationId xmlns:a16="http://schemas.microsoft.com/office/drawing/2014/main" id="{6A37D407-2C7E-0672-3C21-D86ABC8B5D76}"/>
              </a:ext>
            </a:extLst>
          </p:cNvPr>
          <p:cNvSpPr>
            <a:spLocks noGrp="1"/>
          </p:cNvSpPr>
          <p:nvPr>
            <p:ph type="sldNum" sz="quarter" idx="12"/>
          </p:nvPr>
        </p:nvSpPr>
        <p:spPr>
          <a:xfrm>
            <a:off x="10696581" y="1"/>
            <a:ext cx="1495425" cy="795338"/>
          </a:xfrm>
        </p:spPr>
        <p:txBody>
          <a:bodyPr/>
          <a:lstStyle/>
          <a:p>
            <a:fld id="{36CC8B87-28FD-40C1-8BEA-A488324BDA2F}" type="slidenum">
              <a:rPr kumimoji="1" lang="ja-JP" altLang="en-US" smtClean="0"/>
              <a:t>‹#›</a:t>
            </a:fld>
            <a:endParaRPr kumimoji="1" lang="ja-JP" altLang="en-US" dirty="0"/>
          </a:p>
        </p:txBody>
      </p:sp>
      <p:sp>
        <p:nvSpPr>
          <p:cNvPr id="4" name="コンテンツ プレースホルダー 2">
            <a:extLst>
              <a:ext uri="{FF2B5EF4-FFF2-40B4-BE49-F238E27FC236}">
                <a16:creationId xmlns:a16="http://schemas.microsoft.com/office/drawing/2014/main" id="{2806F1E0-3BF7-62E9-5C4E-F1F4CA0D0B74}"/>
              </a:ext>
            </a:extLst>
          </p:cNvPr>
          <p:cNvSpPr>
            <a:spLocks noGrp="1"/>
          </p:cNvSpPr>
          <p:nvPr>
            <p:ph idx="13" hasCustomPrompt="1"/>
          </p:nvPr>
        </p:nvSpPr>
        <p:spPr>
          <a:xfrm>
            <a:off x="839788" y="5516562"/>
            <a:ext cx="10515600" cy="973138"/>
          </a:xfrm>
        </p:spPr>
        <p:txBody>
          <a:bodyPr>
            <a:normAutofit/>
          </a:bodyPr>
          <a:lstStyle>
            <a:lvl1pPr marL="0" indent="0" algn="ctr">
              <a:buNone/>
              <a:defRPr sz="3600"/>
            </a:lvl1pPr>
            <a:lvl2pPr>
              <a:defRPr sz="2400"/>
            </a:lvl2pPr>
          </a:lstStyle>
          <a:p>
            <a:pPr lvl="0"/>
            <a:r>
              <a:rPr kumimoji="1" lang="ja-JP" altLang="en-US" dirty="0"/>
              <a:t>結論</a:t>
            </a:r>
          </a:p>
        </p:txBody>
      </p:sp>
    </p:spTree>
    <p:extLst>
      <p:ext uri="{BB962C8B-B14F-4D97-AF65-F5344CB8AC3E}">
        <p14:creationId xmlns:p14="http://schemas.microsoft.com/office/powerpoint/2010/main" val="1794014792"/>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0.xml><?xml version="1.0" encoding="utf-8"?>
<p:sldLayout xmlns:a="http://schemas.openxmlformats.org/drawingml/2006/main" xmlns:r="http://schemas.openxmlformats.org/officeDocument/2006/relationships" xmlns:p="http://schemas.openxmlformats.org/presentationml/2006/main" preserve="1" userDrawn="1">
  <p:cSld name="2_タイトルと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F212D68-86E2-A5E0-B1E1-99B9BF6605AB}"/>
              </a:ext>
            </a:extLst>
          </p:cNvPr>
          <p:cNvSpPr>
            <a:spLocks noGrp="1"/>
          </p:cNvSpPr>
          <p:nvPr>
            <p:ph type="title"/>
          </p:nvPr>
        </p:nvSpPr>
        <p:spPr>
          <a:xfrm>
            <a:off x="838200" y="365126"/>
            <a:ext cx="10515600" cy="795338"/>
          </a:xfrm>
        </p:spPr>
        <p:txBody>
          <a:bodyPr>
            <a:normAutofit/>
          </a:bodyPr>
          <a:lstStyle>
            <a:lvl1pPr>
              <a:defRPr sz="2800" b="1">
                <a:solidFill>
                  <a:schemeClr val="bg1"/>
                </a:solidFill>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CC138EE1-AABF-BDE7-1448-2382A30816EA}"/>
              </a:ext>
            </a:extLst>
          </p:cNvPr>
          <p:cNvSpPr>
            <a:spLocks noGrp="1"/>
          </p:cNvSpPr>
          <p:nvPr>
            <p:ph idx="1"/>
          </p:nvPr>
        </p:nvSpPr>
        <p:spPr>
          <a:xfrm>
            <a:off x="838200" y="2495549"/>
            <a:ext cx="10515600" cy="3989388"/>
          </a:xfrm>
        </p:spPr>
        <p:txBody>
          <a:bodyPr/>
          <a:lstStyle>
            <a:lvl1pPr>
              <a:defRPr sz="2400"/>
            </a:lvl1pPr>
            <a:lvl2pPr>
              <a:defRPr sz="2400"/>
            </a:lvl2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6" name="スライド番号プレースホルダー 5">
            <a:extLst>
              <a:ext uri="{FF2B5EF4-FFF2-40B4-BE49-F238E27FC236}">
                <a16:creationId xmlns:a16="http://schemas.microsoft.com/office/drawing/2014/main" id="{6A37D407-2C7E-0672-3C21-D86ABC8B5D76}"/>
              </a:ext>
            </a:extLst>
          </p:cNvPr>
          <p:cNvSpPr>
            <a:spLocks noGrp="1"/>
          </p:cNvSpPr>
          <p:nvPr>
            <p:ph type="sldNum" sz="quarter" idx="12"/>
          </p:nvPr>
        </p:nvSpPr>
        <p:spPr>
          <a:xfrm>
            <a:off x="10696581" y="1"/>
            <a:ext cx="1495425" cy="795338"/>
          </a:xfrm>
        </p:spPr>
        <p:txBody>
          <a:bodyPr/>
          <a:lstStyle/>
          <a:p>
            <a:fld id="{36CC8B87-28FD-40C1-8BEA-A488324BDA2F}" type="slidenum">
              <a:rPr kumimoji="1" lang="ja-JP" altLang="en-US" smtClean="0"/>
              <a:t>‹#›</a:t>
            </a:fld>
            <a:endParaRPr kumimoji="1" lang="ja-JP" altLang="en-US" dirty="0"/>
          </a:p>
        </p:txBody>
      </p:sp>
      <p:sp>
        <p:nvSpPr>
          <p:cNvPr id="4" name="コンテンツ プレースホルダー 2">
            <a:extLst>
              <a:ext uri="{FF2B5EF4-FFF2-40B4-BE49-F238E27FC236}">
                <a16:creationId xmlns:a16="http://schemas.microsoft.com/office/drawing/2014/main" id="{2806F1E0-3BF7-62E9-5C4E-F1F4CA0D0B74}"/>
              </a:ext>
            </a:extLst>
          </p:cNvPr>
          <p:cNvSpPr>
            <a:spLocks noGrp="1"/>
          </p:cNvSpPr>
          <p:nvPr>
            <p:ph idx="13" hasCustomPrompt="1"/>
          </p:nvPr>
        </p:nvSpPr>
        <p:spPr>
          <a:xfrm>
            <a:off x="838200" y="1341437"/>
            <a:ext cx="10515600" cy="973138"/>
          </a:xfrm>
        </p:spPr>
        <p:txBody>
          <a:bodyPr>
            <a:normAutofit/>
          </a:bodyPr>
          <a:lstStyle>
            <a:lvl1pPr marL="0" indent="0" algn="ctr">
              <a:buNone/>
              <a:defRPr sz="3600"/>
            </a:lvl1pPr>
            <a:lvl2pPr>
              <a:defRPr sz="2400"/>
            </a:lvl2pPr>
          </a:lstStyle>
          <a:p>
            <a:pPr lvl="0"/>
            <a:r>
              <a:rPr kumimoji="1" lang="ja-JP" altLang="en-US" dirty="0"/>
              <a:t>結論</a:t>
            </a:r>
          </a:p>
        </p:txBody>
      </p:sp>
    </p:spTree>
    <p:extLst>
      <p:ext uri="{BB962C8B-B14F-4D97-AF65-F5344CB8AC3E}">
        <p14:creationId xmlns:p14="http://schemas.microsoft.com/office/powerpoint/2010/main" val="571319745"/>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3840" userDrawn="1">
          <p15:clr>
            <a:srgbClr val="FBAE40"/>
          </p15:clr>
        </p15:guide>
      </p15:sldGuideLst>
    </p:ext>
  </p:extLst>
</p:sldLayout>
</file>

<file path=ppt/slideLayouts/slideLayout11.xml><?xml version="1.0" encoding="utf-8"?>
<p:sldLayout xmlns:a="http://schemas.openxmlformats.org/drawingml/2006/main" xmlns:r="http://schemas.openxmlformats.org/officeDocument/2006/relationships" xmlns:p="http://schemas.openxmlformats.org/presentationml/2006/main" type="secHead" preserve="1">
  <p:cSld name="セクション見出し">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62F86B23-3DD1-48B3-109A-2ED551A8EE37}"/>
              </a:ext>
            </a:extLst>
          </p:cNvPr>
          <p:cNvSpPr>
            <a:spLocks noGrp="1"/>
          </p:cNvSpPr>
          <p:nvPr>
            <p:ph type="title"/>
          </p:nvPr>
        </p:nvSpPr>
        <p:spPr>
          <a:xfrm>
            <a:off x="831851" y="1709746"/>
            <a:ext cx="10515600" cy="2852737"/>
          </a:xfrm>
        </p:spPr>
        <p:txBody>
          <a:bodyPr anchor="ctr"/>
          <a:lstStyle>
            <a:lvl1pPr algn="ctr">
              <a:defRPr sz="6000">
                <a:solidFill>
                  <a:schemeClr val="tx1"/>
                </a:solidFill>
              </a:defRPr>
            </a:lvl1pPr>
          </a:lstStyle>
          <a:p>
            <a:r>
              <a:rPr kumimoji="1" lang="ja-JP" altLang="en-US"/>
              <a:t>マスター タイトルの書式設定</a:t>
            </a:r>
            <a:endParaRPr kumimoji="1" lang="ja-JP" altLang="en-US" dirty="0"/>
          </a:p>
        </p:txBody>
      </p:sp>
      <p:sp>
        <p:nvSpPr>
          <p:cNvPr id="3" name="テキスト プレースホルダー 2">
            <a:extLst>
              <a:ext uri="{FF2B5EF4-FFF2-40B4-BE49-F238E27FC236}">
                <a16:creationId xmlns:a16="http://schemas.microsoft.com/office/drawing/2014/main" id="{AB20AC70-C243-7E98-6E1F-64B5D24F2BC8}"/>
              </a:ext>
            </a:extLst>
          </p:cNvPr>
          <p:cNvSpPr>
            <a:spLocks noGrp="1"/>
          </p:cNvSpPr>
          <p:nvPr>
            <p:ph type="body" idx="1"/>
          </p:nvPr>
        </p:nvSpPr>
        <p:spPr>
          <a:xfrm>
            <a:off x="831851" y="4589471"/>
            <a:ext cx="10515600" cy="1500187"/>
          </a:xfrm>
        </p:spPr>
        <p:txBody>
          <a:bodyPr/>
          <a:lstStyle>
            <a:lvl1pPr marL="0" indent="0">
              <a:buNone/>
              <a:defRPr sz="2400">
                <a:solidFill>
                  <a:schemeClr val="tx1">
                    <a:tint val="82000"/>
                  </a:schemeClr>
                </a:solidFill>
              </a:defRPr>
            </a:lvl1pPr>
            <a:lvl2pPr marL="457167" indent="0">
              <a:buNone/>
              <a:defRPr sz="2000">
                <a:solidFill>
                  <a:schemeClr val="tx1">
                    <a:tint val="82000"/>
                  </a:schemeClr>
                </a:solidFill>
              </a:defRPr>
            </a:lvl2pPr>
            <a:lvl3pPr marL="914332" indent="0">
              <a:buNone/>
              <a:defRPr sz="1800">
                <a:solidFill>
                  <a:schemeClr val="tx1">
                    <a:tint val="82000"/>
                  </a:schemeClr>
                </a:solidFill>
              </a:defRPr>
            </a:lvl3pPr>
            <a:lvl4pPr marL="1371498" indent="0">
              <a:buNone/>
              <a:defRPr sz="1600">
                <a:solidFill>
                  <a:schemeClr val="tx1">
                    <a:tint val="82000"/>
                  </a:schemeClr>
                </a:solidFill>
              </a:defRPr>
            </a:lvl4pPr>
            <a:lvl5pPr marL="1828664" indent="0">
              <a:buNone/>
              <a:defRPr sz="1600">
                <a:solidFill>
                  <a:schemeClr val="tx1">
                    <a:tint val="82000"/>
                  </a:schemeClr>
                </a:solidFill>
              </a:defRPr>
            </a:lvl5pPr>
            <a:lvl6pPr marL="2285830" indent="0">
              <a:buNone/>
              <a:defRPr sz="1600">
                <a:solidFill>
                  <a:schemeClr val="tx1">
                    <a:tint val="82000"/>
                  </a:schemeClr>
                </a:solidFill>
              </a:defRPr>
            </a:lvl6pPr>
            <a:lvl7pPr marL="2742994" indent="0">
              <a:buNone/>
              <a:defRPr sz="1600">
                <a:solidFill>
                  <a:schemeClr val="tx1">
                    <a:tint val="82000"/>
                  </a:schemeClr>
                </a:solidFill>
              </a:defRPr>
            </a:lvl7pPr>
            <a:lvl8pPr marL="3200160" indent="0">
              <a:buNone/>
              <a:defRPr sz="1600">
                <a:solidFill>
                  <a:schemeClr val="tx1">
                    <a:tint val="82000"/>
                  </a:schemeClr>
                </a:solidFill>
              </a:defRPr>
            </a:lvl8pPr>
            <a:lvl9pPr marL="3657327" indent="0">
              <a:buNone/>
              <a:defRPr sz="1600">
                <a:solidFill>
                  <a:schemeClr val="tx1">
                    <a:tint val="82000"/>
                  </a:schemeClr>
                </a:solidFill>
              </a:defRPr>
            </a:lvl9pPr>
          </a:lstStyle>
          <a:p>
            <a:pPr lvl="0"/>
            <a:r>
              <a:rPr kumimoji="1" lang="ja-JP" altLang="en-US"/>
              <a:t>マスター テキストの書式設定</a:t>
            </a:r>
          </a:p>
        </p:txBody>
      </p:sp>
      <p:sp>
        <p:nvSpPr>
          <p:cNvPr id="4" name="日付プレースホルダー 3">
            <a:extLst>
              <a:ext uri="{FF2B5EF4-FFF2-40B4-BE49-F238E27FC236}">
                <a16:creationId xmlns:a16="http://schemas.microsoft.com/office/drawing/2014/main" id="{BE9C6B54-ED55-D673-6060-E93288580F0B}"/>
              </a:ext>
            </a:extLst>
          </p:cNvPr>
          <p:cNvSpPr>
            <a:spLocks noGrp="1"/>
          </p:cNvSpPr>
          <p:nvPr>
            <p:ph type="dt" sz="half" idx="10"/>
          </p:nvPr>
        </p:nvSpPr>
        <p:spPr>
          <a:xfrm>
            <a:off x="838200" y="6356358"/>
            <a:ext cx="2743200" cy="365125"/>
          </a:xfrm>
          <a:prstGeom prst="rect">
            <a:avLst/>
          </a:prstGeom>
        </p:spPr>
        <p:txBody>
          <a:bodyPr/>
          <a:lstStyle/>
          <a:p>
            <a:endParaRPr kumimoji="1" lang="ja-JP" altLang="en-US"/>
          </a:p>
        </p:txBody>
      </p:sp>
      <p:sp>
        <p:nvSpPr>
          <p:cNvPr id="5" name="フッター プレースホルダー 4">
            <a:extLst>
              <a:ext uri="{FF2B5EF4-FFF2-40B4-BE49-F238E27FC236}">
                <a16:creationId xmlns:a16="http://schemas.microsoft.com/office/drawing/2014/main" id="{CC990E5D-6612-F164-8C94-CE7E6A0EEFDE}"/>
              </a:ext>
            </a:extLst>
          </p:cNvPr>
          <p:cNvSpPr>
            <a:spLocks noGrp="1"/>
          </p:cNvSpPr>
          <p:nvPr>
            <p:ph type="ftr" sz="quarter" idx="11"/>
          </p:nvPr>
        </p:nvSpPr>
        <p:spPr>
          <a:xfrm>
            <a:off x="4038600" y="6356358"/>
            <a:ext cx="4114800" cy="365125"/>
          </a:xfrm>
          <a:prstGeom prst="rect">
            <a:avLst/>
          </a:prstGeom>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742F7194-2B2D-9032-D396-3DFF33C59F70}"/>
              </a:ext>
            </a:extLst>
          </p:cNvPr>
          <p:cNvSpPr>
            <a:spLocks noGrp="1"/>
          </p:cNvSpPr>
          <p:nvPr>
            <p:ph type="sldNum" sz="quarter" idx="12"/>
          </p:nvPr>
        </p:nvSpPr>
        <p:spPr/>
        <p:txBody>
          <a:bodyPr/>
          <a:lstStyle/>
          <a:p>
            <a:fld id="{36CC8B87-28FD-40C1-8BEA-A488324BDA2F}" type="slidenum">
              <a:rPr kumimoji="1" lang="ja-JP" altLang="en-US" smtClean="0"/>
              <a:t>‹#›</a:t>
            </a:fld>
            <a:endParaRPr kumimoji="1" lang="ja-JP" altLang="en-US"/>
          </a:p>
        </p:txBody>
      </p:sp>
    </p:spTree>
    <p:extLst>
      <p:ext uri="{BB962C8B-B14F-4D97-AF65-F5344CB8AC3E}">
        <p14:creationId xmlns:p14="http://schemas.microsoft.com/office/powerpoint/2010/main" val="865122364"/>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twoObj" preserve="1">
  <p:cSld name="2 つ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1DECABE2-2E06-68BB-CC10-A8938572693A}"/>
              </a:ext>
            </a:extLst>
          </p:cNvPr>
          <p:cNvSpPr>
            <a:spLocks noGrp="1"/>
          </p:cNvSpPr>
          <p:nvPr>
            <p:ph type="title"/>
          </p:nvPr>
        </p:nvSpPr>
        <p:spPr>
          <a:xfrm>
            <a:off x="838200" y="365134"/>
            <a:ext cx="10515600" cy="795337"/>
          </a:xfrm>
        </p:spPr>
        <p:txBody>
          <a:bodyPr>
            <a:normAutofit/>
          </a:bodyPr>
          <a:lstStyle>
            <a:lvl1pPr>
              <a:defRPr sz="2800" b="1">
                <a:solidFill>
                  <a:schemeClr val="bg1"/>
                </a:solidFill>
              </a:defRPr>
            </a:lvl1pPr>
          </a:lstStyle>
          <a:p>
            <a:r>
              <a:rPr kumimoji="1" lang="ja-JP" altLang="en-US"/>
              <a:t>マスター タイトルの書式設定</a:t>
            </a:r>
            <a:endParaRPr kumimoji="1" lang="ja-JP" altLang="en-US" dirty="0"/>
          </a:p>
        </p:txBody>
      </p:sp>
      <p:sp>
        <p:nvSpPr>
          <p:cNvPr id="3" name="コンテンツ プレースホルダー 2">
            <a:extLst>
              <a:ext uri="{FF2B5EF4-FFF2-40B4-BE49-F238E27FC236}">
                <a16:creationId xmlns:a16="http://schemas.microsoft.com/office/drawing/2014/main" id="{D9BDD20F-A9F4-1C70-80C2-2D992413D744}"/>
              </a:ext>
            </a:extLst>
          </p:cNvPr>
          <p:cNvSpPr>
            <a:spLocks noGrp="1"/>
          </p:cNvSpPr>
          <p:nvPr>
            <p:ph sz="half" idx="1"/>
          </p:nvPr>
        </p:nvSpPr>
        <p:spPr>
          <a:xfrm>
            <a:off x="838200" y="1341438"/>
            <a:ext cx="5181600" cy="5148262"/>
          </a:xfrm>
        </p:spPr>
        <p:txBody>
          <a:bodyPr/>
          <a:lstStyle>
            <a:lvl1pPr>
              <a:defRPr sz="2400"/>
            </a:lvl1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4" name="コンテンツ プレースホルダー 3">
            <a:extLst>
              <a:ext uri="{FF2B5EF4-FFF2-40B4-BE49-F238E27FC236}">
                <a16:creationId xmlns:a16="http://schemas.microsoft.com/office/drawing/2014/main" id="{99BCEB52-63CF-C489-6E50-2CED723FFA68}"/>
              </a:ext>
            </a:extLst>
          </p:cNvPr>
          <p:cNvSpPr>
            <a:spLocks noGrp="1"/>
          </p:cNvSpPr>
          <p:nvPr>
            <p:ph sz="half" idx="2"/>
          </p:nvPr>
        </p:nvSpPr>
        <p:spPr>
          <a:xfrm>
            <a:off x="6172200" y="1341438"/>
            <a:ext cx="5181600" cy="5148262"/>
          </a:xfrm>
        </p:spPr>
        <p:txBody>
          <a:bodyPr/>
          <a:lstStyle>
            <a:lvl1pPr>
              <a:defRPr sz="2400"/>
            </a:lvl1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12" name="スライド番号プレースホルダー 5">
            <a:extLst>
              <a:ext uri="{FF2B5EF4-FFF2-40B4-BE49-F238E27FC236}">
                <a16:creationId xmlns:a16="http://schemas.microsoft.com/office/drawing/2014/main" id="{B1F0B767-BA68-C69A-1BC1-0867F1C92A5C}"/>
              </a:ext>
            </a:extLst>
          </p:cNvPr>
          <p:cNvSpPr>
            <a:spLocks noGrp="1"/>
          </p:cNvSpPr>
          <p:nvPr>
            <p:ph type="sldNum" sz="quarter" idx="4"/>
          </p:nvPr>
        </p:nvSpPr>
        <p:spPr>
          <a:xfrm>
            <a:off x="10696581" y="8"/>
            <a:ext cx="1495425" cy="796921"/>
          </a:xfrm>
          <a:prstGeom prst="rect">
            <a:avLst/>
          </a:prstGeom>
        </p:spPr>
        <p:txBody>
          <a:bodyPr vert="horz" lIns="91440" tIns="45720" rIns="91440" bIns="45720" rtlCol="0" anchor="ctr"/>
          <a:lstStyle>
            <a:lvl1pPr algn="ctr">
              <a:defRPr sz="2400">
                <a:solidFill>
                  <a:schemeClr val="bg1"/>
                </a:solidFill>
              </a:defRPr>
            </a:lvl1pPr>
          </a:lstStyle>
          <a:p>
            <a:fld id="{36CC8B87-28FD-40C1-8BEA-A488324BDA2F}" type="slidenum">
              <a:rPr kumimoji="1" lang="ja-JP" altLang="en-US" smtClean="0"/>
              <a:t>‹#›</a:t>
            </a:fld>
            <a:endParaRPr kumimoji="1" lang="ja-JP" altLang="en-US" dirty="0"/>
          </a:p>
        </p:txBody>
      </p:sp>
    </p:spTree>
    <p:extLst>
      <p:ext uri="{BB962C8B-B14F-4D97-AF65-F5344CB8AC3E}">
        <p14:creationId xmlns:p14="http://schemas.microsoft.com/office/powerpoint/2010/main" val="3773083802"/>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twoTxTwoObj" preserve="1">
  <p:cSld name="比較">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7742975B-7D7C-3B63-5B49-45442800A79F}"/>
              </a:ext>
            </a:extLst>
          </p:cNvPr>
          <p:cNvSpPr>
            <a:spLocks noGrp="1"/>
          </p:cNvSpPr>
          <p:nvPr>
            <p:ph type="title"/>
          </p:nvPr>
        </p:nvSpPr>
        <p:spPr>
          <a:xfrm>
            <a:off x="839788" y="365126"/>
            <a:ext cx="10515600" cy="795338"/>
          </a:xfrm>
        </p:spPr>
        <p:txBody>
          <a:bodyPr/>
          <a:lstStyle>
            <a:lvl1pPr>
              <a:defRPr b="1">
                <a:solidFill>
                  <a:schemeClr val="bg1"/>
                </a:solidFill>
              </a:defRPr>
            </a:lvl1pPr>
          </a:lstStyle>
          <a:p>
            <a:r>
              <a:rPr kumimoji="1" lang="ja-JP" altLang="en-US"/>
              <a:t>マスター タイトルの書式設定</a:t>
            </a:r>
            <a:endParaRPr kumimoji="1" lang="ja-JP" altLang="en-US" dirty="0"/>
          </a:p>
        </p:txBody>
      </p:sp>
      <p:sp>
        <p:nvSpPr>
          <p:cNvPr id="3" name="テキスト プレースホルダー 2">
            <a:extLst>
              <a:ext uri="{FF2B5EF4-FFF2-40B4-BE49-F238E27FC236}">
                <a16:creationId xmlns:a16="http://schemas.microsoft.com/office/drawing/2014/main" id="{46AD19D4-0AE9-625A-6596-63CB9FD89FCE}"/>
              </a:ext>
            </a:extLst>
          </p:cNvPr>
          <p:cNvSpPr>
            <a:spLocks noGrp="1"/>
          </p:cNvSpPr>
          <p:nvPr>
            <p:ph type="body" idx="1"/>
          </p:nvPr>
        </p:nvSpPr>
        <p:spPr>
          <a:xfrm>
            <a:off x="839789" y="1341446"/>
            <a:ext cx="5157787" cy="647019"/>
          </a:xfrm>
        </p:spPr>
        <p:txBody>
          <a:bodyPr anchor="b"/>
          <a:lstStyle>
            <a:lvl1pPr marL="0" indent="0">
              <a:buNone/>
              <a:defRPr sz="2400" b="1"/>
            </a:lvl1pPr>
            <a:lvl2pPr marL="457167" indent="0">
              <a:buNone/>
              <a:defRPr sz="2000" b="1"/>
            </a:lvl2pPr>
            <a:lvl3pPr marL="914332" indent="0">
              <a:buNone/>
              <a:defRPr sz="1800" b="1"/>
            </a:lvl3pPr>
            <a:lvl4pPr marL="1371498" indent="0">
              <a:buNone/>
              <a:defRPr sz="1600" b="1"/>
            </a:lvl4pPr>
            <a:lvl5pPr marL="1828664" indent="0">
              <a:buNone/>
              <a:defRPr sz="1600" b="1"/>
            </a:lvl5pPr>
            <a:lvl6pPr marL="2285830" indent="0">
              <a:buNone/>
              <a:defRPr sz="1600" b="1"/>
            </a:lvl6pPr>
            <a:lvl7pPr marL="2742994" indent="0">
              <a:buNone/>
              <a:defRPr sz="1600" b="1"/>
            </a:lvl7pPr>
            <a:lvl8pPr marL="3200160" indent="0">
              <a:buNone/>
              <a:defRPr sz="1600" b="1"/>
            </a:lvl8pPr>
            <a:lvl9pPr marL="3657327" indent="0">
              <a:buNone/>
              <a:defRPr sz="1600" b="1"/>
            </a:lvl9pPr>
          </a:lstStyle>
          <a:p>
            <a:pPr lvl="0"/>
            <a:r>
              <a:rPr kumimoji="1" lang="ja-JP" altLang="en-US"/>
              <a:t>マスター テキストの書式設定</a:t>
            </a:r>
          </a:p>
        </p:txBody>
      </p:sp>
      <p:sp>
        <p:nvSpPr>
          <p:cNvPr id="4" name="コンテンツ プレースホルダー 3">
            <a:extLst>
              <a:ext uri="{FF2B5EF4-FFF2-40B4-BE49-F238E27FC236}">
                <a16:creationId xmlns:a16="http://schemas.microsoft.com/office/drawing/2014/main" id="{59C2C410-BC89-B7B1-2851-F1F727AD6339}"/>
              </a:ext>
            </a:extLst>
          </p:cNvPr>
          <p:cNvSpPr>
            <a:spLocks noGrp="1"/>
          </p:cNvSpPr>
          <p:nvPr>
            <p:ph sz="half" idx="2"/>
          </p:nvPr>
        </p:nvSpPr>
        <p:spPr>
          <a:xfrm>
            <a:off x="839789" y="2169432"/>
            <a:ext cx="5157787" cy="4020232"/>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5" name="テキスト プレースホルダー 4">
            <a:extLst>
              <a:ext uri="{FF2B5EF4-FFF2-40B4-BE49-F238E27FC236}">
                <a16:creationId xmlns:a16="http://schemas.microsoft.com/office/drawing/2014/main" id="{094DA709-1699-42C0-7278-40B036BE2D6A}"/>
              </a:ext>
            </a:extLst>
          </p:cNvPr>
          <p:cNvSpPr>
            <a:spLocks noGrp="1"/>
          </p:cNvSpPr>
          <p:nvPr>
            <p:ph type="body" sz="quarter" idx="3"/>
          </p:nvPr>
        </p:nvSpPr>
        <p:spPr>
          <a:xfrm>
            <a:off x="6169027" y="1341446"/>
            <a:ext cx="5183188" cy="647019"/>
          </a:xfrm>
        </p:spPr>
        <p:txBody>
          <a:bodyPr anchor="b"/>
          <a:lstStyle>
            <a:lvl1pPr marL="0" indent="0">
              <a:buNone/>
              <a:defRPr sz="2400" b="1"/>
            </a:lvl1pPr>
            <a:lvl2pPr marL="457167" indent="0">
              <a:buNone/>
              <a:defRPr sz="2000" b="1"/>
            </a:lvl2pPr>
            <a:lvl3pPr marL="914332" indent="0">
              <a:buNone/>
              <a:defRPr sz="1800" b="1"/>
            </a:lvl3pPr>
            <a:lvl4pPr marL="1371498" indent="0">
              <a:buNone/>
              <a:defRPr sz="1600" b="1"/>
            </a:lvl4pPr>
            <a:lvl5pPr marL="1828664" indent="0">
              <a:buNone/>
              <a:defRPr sz="1600" b="1"/>
            </a:lvl5pPr>
            <a:lvl6pPr marL="2285830" indent="0">
              <a:buNone/>
              <a:defRPr sz="1600" b="1"/>
            </a:lvl6pPr>
            <a:lvl7pPr marL="2742994" indent="0">
              <a:buNone/>
              <a:defRPr sz="1600" b="1"/>
            </a:lvl7pPr>
            <a:lvl8pPr marL="3200160" indent="0">
              <a:buNone/>
              <a:defRPr sz="1600" b="1"/>
            </a:lvl8pPr>
            <a:lvl9pPr marL="3657327" indent="0">
              <a:buNone/>
              <a:defRPr sz="1600" b="1"/>
            </a:lvl9pPr>
          </a:lstStyle>
          <a:p>
            <a:pPr lvl="0"/>
            <a:r>
              <a:rPr kumimoji="1" lang="ja-JP" altLang="en-US"/>
              <a:t>マスター テキストの書式設定</a:t>
            </a:r>
          </a:p>
        </p:txBody>
      </p:sp>
      <p:sp>
        <p:nvSpPr>
          <p:cNvPr id="6" name="コンテンツ プレースホルダー 5">
            <a:extLst>
              <a:ext uri="{FF2B5EF4-FFF2-40B4-BE49-F238E27FC236}">
                <a16:creationId xmlns:a16="http://schemas.microsoft.com/office/drawing/2014/main" id="{CEBC964D-E34C-0CA9-A4C5-11369ACC8928}"/>
              </a:ext>
            </a:extLst>
          </p:cNvPr>
          <p:cNvSpPr>
            <a:spLocks noGrp="1"/>
          </p:cNvSpPr>
          <p:nvPr>
            <p:ph sz="quarter" idx="4"/>
          </p:nvPr>
        </p:nvSpPr>
        <p:spPr>
          <a:xfrm>
            <a:off x="6172203" y="2169432"/>
            <a:ext cx="5183188" cy="4020232"/>
          </a:xfrm>
        </p:spPr>
        <p:txBody>
          <a:body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endParaRPr kumimoji="1" lang="ja-JP" altLang="en-US" dirty="0"/>
          </a:p>
        </p:txBody>
      </p:sp>
      <p:sp>
        <p:nvSpPr>
          <p:cNvPr id="7" name="日付プレースホルダー 6">
            <a:extLst>
              <a:ext uri="{FF2B5EF4-FFF2-40B4-BE49-F238E27FC236}">
                <a16:creationId xmlns:a16="http://schemas.microsoft.com/office/drawing/2014/main" id="{25C7CBB6-8FDE-A243-F559-D92DBFEB28AB}"/>
              </a:ext>
            </a:extLst>
          </p:cNvPr>
          <p:cNvSpPr>
            <a:spLocks noGrp="1"/>
          </p:cNvSpPr>
          <p:nvPr>
            <p:ph type="dt" sz="half" idx="10"/>
          </p:nvPr>
        </p:nvSpPr>
        <p:spPr>
          <a:xfrm>
            <a:off x="838200" y="6356358"/>
            <a:ext cx="2743200" cy="365125"/>
          </a:xfrm>
          <a:prstGeom prst="rect">
            <a:avLst/>
          </a:prstGeom>
        </p:spPr>
        <p:txBody>
          <a:bodyPr/>
          <a:lstStyle/>
          <a:p>
            <a:endParaRPr kumimoji="1" lang="ja-JP" altLang="en-US"/>
          </a:p>
        </p:txBody>
      </p:sp>
      <p:sp>
        <p:nvSpPr>
          <p:cNvPr id="8" name="フッター プレースホルダー 7">
            <a:extLst>
              <a:ext uri="{FF2B5EF4-FFF2-40B4-BE49-F238E27FC236}">
                <a16:creationId xmlns:a16="http://schemas.microsoft.com/office/drawing/2014/main" id="{5409EC41-6D89-4D0F-4C3E-C3FDD41B9757}"/>
              </a:ext>
            </a:extLst>
          </p:cNvPr>
          <p:cNvSpPr>
            <a:spLocks noGrp="1"/>
          </p:cNvSpPr>
          <p:nvPr>
            <p:ph type="ftr" sz="quarter" idx="11"/>
          </p:nvPr>
        </p:nvSpPr>
        <p:spPr>
          <a:xfrm>
            <a:off x="4038600" y="6356358"/>
            <a:ext cx="4114800" cy="365125"/>
          </a:xfrm>
          <a:prstGeom prst="rect">
            <a:avLst/>
          </a:prstGeom>
        </p:spPr>
        <p:txBody>
          <a:bodyPr/>
          <a:lstStyle/>
          <a:p>
            <a:endParaRPr kumimoji="1" lang="ja-JP" altLang="en-US"/>
          </a:p>
        </p:txBody>
      </p:sp>
      <p:sp>
        <p:nvSpPr>
          <p:cNvPr id="9" name="スライド番号プレースホルダー 8">
            <a:extLst>
              <a:ext uri="{FF2B5EF4-FFF2-40B4-BE49-F238E27FC236}">
                <a16:creationId xmlns:a16="http://schemas.microsoft.com/office/drawing/2014/main" id="{545162CA-C78B-F2AB-CAAB-61F9EE23F1B2}"/>
              </a:ext>
            </a:extLst>
          </p:cNvPr>
          <p:cNvSpPr>
            <a:spLocks noGrp="1"/>
          </p:cNvSpPr>
          <p:nvPr>
            <p:ph type="sldNum" sz="quarter" idx="12"/>
          </p:nvPr>
        </p:nvSpPr>
        <p:spPr/>
        <p:txBody>
          <a:bodyPr/>
          <a:lstStyle/>
          <a:p>
            <a:fld id="{36CC8B87-28FD-40C1-8BEA-A488324BDA2F}" type="slidenum">
              <a:rPr kumimoji="1" lang="ja-JP" altLang="en-US" smtClean="0"/>
              <a:t>‹#›</a:t>
            </a:fld>
            <a:endParaRPr kumimoji="1" lang="ja-JP" altLang="en-US"/>
          </a:p>
        </p:txBody>
      </p:sp>
    </p:spTree>
    <p:extLst>
      <p:ext uri="{BB962C8B-B14F-4D97-AF65-F5344CB8AC3E}">
        <p14:creationId xmlns:p14="http://schemas.microsoft.com/office/powerpoint/2010/main" val="2019095099"/>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objTx" preserve="1">
  <p:cSld name="タイトル付きのコンテンツ">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35479463-3320-BE7C-4D4E-699D16F5D957}"/>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コンテンツ プレースホルダー 2">
            <a:extLst>
              <a:ext uri="{FF2B5EF4-FFF2-40B4-BE49-F238E27FC236}">
                <a16:creationId xmlns:a16="http://schemas.microsoft.com/office/drawing/2014/main" id="{5714E8AD-4DE9-7EF2-B446-493321B7E9E8}"/>
              </a:ext>
            </a:extLst>
          </p:cNvPr>
          <p:cNvSpPr>
            <a:spLocks noGrp="1"/>
          </p:cNvSpPr>
          <p:nvPr>
            <p:ph idx="1"/>
          </p:nvPr>
        </p:nvSpPr>
        <p:spPr>
          <a:xfrm>
            <a:off x="5183188" y="987433"/>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テキスト プレースホルダー 3">
            <a:extLst>
              <a:ext uri="{FF2B5EF4-FFF2-40B4-BE49-F238E27FC236}">
                <a16:creationId xmlns:a16="http://schemas.microsoft.com/office/drawing/2014/main" id="{A33F7551-562C-28AB-4202-A78B35DC2C71}"/>
              </a:ext>
            </a:extLst>
          </p:cNvPr>
          <p:cNvSpPr>
            <a:spLocks noGrp="1"/>
          </p:cNvSpPr>
          <p:nvPr>
            <p:ph type="body" sz="half" idx="2"/>
          </p:nvPr>
        </p:nvSpPr>
        <p:spPr>
          <a:xfrm>
            <a:off x="839788" y="2057400"/>
            <a:ext cx="3932237" cy="3811588"/>
          </a:xfrm>
        </p:spPr>
        <p:txBody>
          <a:bodyPr/>
          <a:lstStyle>
            <a:lvl1pPr marL="0" indent="0">
              <a:buNone/>
              <a:defRPr sz="1600"/>
            </a:lvl1pPr>
            <a:lvl2pPr marL="457167" indent="0">
              <a:buNone/>
              <a:defRPr sz="1400"/>
            </a:lvl2pPr>
            <a:lvl3pPr marL="914332" indent="0">
              <a:buNone/>
              <a:defRPr sz="1200"/>
            </a:lvl3pPr>
            <a:lvl4pPr marL="1371498" indent="0">
              <a:buNone/>
              <a:defRPr sz="1000"/>
            </a:lvl4pPr>
            <a:lvl5pPr marL="1828664" indent="0">
              <a:buNone/>
              <a:defRPr sz="1000"/>
            </a:lvl5pPr>
            <a:lvl6pPr marL="2285830" indent="0">
              <a:buNone/>
              <a:defRPr sz="1000"/>
            </a:lvl6pPr>
            <a:lvl7pPr marL="2742994" indent="0">
              <a:buNone/>
              <a:defRPr sz="1000"/>
            </a:lvl7pPr>
            <a:lvl8pPr marL="3200160" indent="0">
              <a:buNone/>
              <a:defRPr sz="1000"/>
            </a:lvl8pPr>
            <a:lvl9pPr marL="3657327"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96BF8731-7543-6FE1-039B-43AE9EB33C90}"/>
              </a:ext>
            </a:extLst>
          </p:cNvPr>
          <p:cNvSpPr>
            <a:spLocks noGrp="1"/>
          </p:cNvSpPr>
          <p:nvPr>
            <p:ph type="dt" sz="half" idx="10"/>
          </p:nvPr>
        </p:nvSpPr>
        <p:spPr>
          <a:xfrm>
            <a:off x="838200" y="6356358"/>
            <a:ext cx="2743200" cy="365125"/>
          </a:xfrm>
          <a:prstGeom prst="rect">
            <a:avLst/>
          </a:prstGeom>
        </p:spPr>
        <p:txBody>
          <a:bodyPr/>
          <a:lstStyle/>
          <a:p>
            <a:endParaRPr kumimoji="1" lang="ja-JP" altLang="en-US"/>
          </a:p>
        </p:txBody>
      </p:sp>
      <p:sp>
        <p:nvSpPr>
          <p:cNvPr id="6" name="フッター プレースホルダー 5">
            <a:extLst>
              <a:ext uri="{FF2B5EF4-FFF2-40B4-BE49-F238E27FC236}">
                <a16:creationId xmlns:a16="http://schemas.microsoft.com/office/drawing/2014/main" id="{CFEB3A43-A089-FA7C-62CA-99F79856F54C}"/>
              </a:ext>
            </a:extLst>
          </p:cNvPr>
          <p:cNvSpPr>
            <a:spLocks noGrp="1"/>
          </p:cNvSpPr>
          <p:nvPr>
            <p:ph type="ftr" sz="quarter" idx="11"/>
          </p:nvPr>
        </p:nvSpPr>
        <p:spPr>
          <a:xfrm>
            <a:off x="4038600" y="6356358"/>
            <a:ext cx="4114800" cy="365125"/>
          </a:xfrm>
          <a:prstGeom prst="rect">
            <a:avLst/>
          </a:prstGeom>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7DB7DBE8-6884-EC65-D152-D123FB9D3B74}"/>
              </a:ext>
            </a:extLst>
          </p:cNvPr>
          <p:cNvSpPr>
            <a:spLocks noGrp="1"/>
          </p:cNvSpPr>
          <p:nvPr>
            <p:ph type="sldNum" sz="quarter" idx="12"/>
          </p:nvPr>
        </p:nvSpPr>
        <p:spPr/>
        <p:txBody>
          <a:bodyPr/>
          <a:lstStyle/>
          <a:p>
            <a:fld id="{36CC8B87-28FD-40C1-8BEA-A488324BDA2F}" type="slidenum">
              <a:rPr kumimoji="1" lang="ja-JP" altLang="en-US" smtClean="0"/>
              <a:t>‹#›</a:t>
            </a:fld>
            <a:endParaRPr kumimoji="1" lang="ja-JP" altLang="en-US"/>
          </a:p>
        </p:txBody>
      </p:sp>
    </p:spTree>
    <p:extLst>
      <p:ext uri="{BB962C8B-B14F-4D97-AF65-F5344CB8AC3E}">
        <p14:creationId xmlns:p14="http://schemas.microsoft.com/office/powerpoint/2010/main" val="2152262414"/>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picTx" preserve="1">
  <p:cSld name="タイトル付きの図">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E78ECA59-639A-39FC-FEED-AF2815564561}"/>
              </a:ext>
            </a:extLst>
          </p:cNvPr>
          <p:cNvSpPr>
            <a:spLocks noGrp="1"/>
          </p:cNvSpPr>
          <p:nvPr>
            <p:ph type="title"/>
          </p:nvPr>
        </p:nvSpPr>
        <p:spPr>
          <a:xfrm>
            <a:off x="839788" y="457200"/>
            <a:ext cx="3932237" cy="1600200"/>
          </a:xfrm>
        </p:spPr>
        <p:txBody>
          <a:bodyPr anchor="b"/>
          <a:lstStyle>
            <a:lvl1pPr>
              <a:defRPr sz="3200"/>
            </a:lvl1pPr>
          </a:lstStyle>
          <a:p>
            <a:r>
              <a:rPr kumimoji="1" lang="ja-JP" altLang="en-US"/>
              <a:t>マスター タイトルの書式設定</a:t>
            </a:r>
          </a:p>
        </p:txBody>
      </p:sp>
      <p:sp>
        <p:nvSpPr>
          <p:cNvPr id="3" name="図プレースホルダー 2">
            <a:extLst>
              <a:ext uri="{FF2B5EF4-FFF2-40B4-BE49-F238E27FC236}">
                <a16:creationId xmlns:a16="http://schemas.microsoft.com/office/drawing/2014/main" id="{9FA9C005-ED7C-25B1-840F-B1D4DE0B2F08}"/>
              </a:ext>
            </a:extLst>
          </p:cNvPr>
          <p:cNvSpPr>
            <a:spLocks noGrp="1"/>
          </p:cNvSpPr>
          <p:nvPr>
            <p:ph type="pic" idx="1"/>
          </p:nvPr>
        </p:nvSpPr>
        <p:spPr>
          <a:xfrm>
            <a:off x="5183188" y="987433"/>
            <a:ext cx="6172200" cy="4873625"/>
          </a:xfrm>
        </p:spPr>
        <p:txBody>
          <a:bodyPr/>
          <a:lstStyle>
            <a:lvl1pPr marL="0" indent="0">
              <a:buNone/>
              <a:defRPr sz="3200"/>
            </a:lvl1pPr>
            <a:lvl2pPr marL="457167" indent="0">
              <a:buNone/>
              <a:defRPr sz="2800"/>
            </a:lvl2pPr>
            <a:lvl3pPr marL="914332" indent="0">
              <a:buNone/>
              <a:defRPr sz="2400"/>
            </a:lvl3pPr>
            <a:lvl4pPr marL="1371498" indent="0">
              <a:buNone/>
              <a:defRPr sz="2000"/>
            </a:lvl4pPr>
            <a:lvl5pPr marL="1828664" indent="0">
              <a:buNone/>
              <a:defRPr sz="2000"/>
            </a:lvl5pPr>
            <a:lvl6pPr marL="2285830" indent="0">
              <a:buNone/>
              <a:defRPr sz="2000"/>
            </a:lvl6pPr>
            <a:lvl7pPr marL="2742994" indent="0">
              <a:buNone/>
              <a:defRPr sz="2000"/>
            </a:lvl7pPr>
            <a:lvl8pPr marL="3200160" indent="0">
              <a:buNone/>
              <a:defRPr sz="2000"/>
            </a:lvl8pPr>
            <a:lvl9pPr marL="3657327" indent="0">
              <a:buNone/>
              <a:defRPr sz="2000"/>
            </a:lvl9pPr>
          </a:lstStyle>
          <a:p>
            <a:r>
              <a:rPr kumimoji="1" lang="ja-JP" altLang="en-US"/>
              <a:t>アイコンをクリックして図を追加</a:t>
            </a:r>
          </a:p>
        </p:txBody>
      </p:sp>
      <p:sp>
        <p:nvSpPr>
          <p:cNvPr id="4" name="テキスト プレースホルダー 3">
            <a:extLst>
              <a:ext uri="{FF2B5EF4-FFF2-40B4-BE49-F238E27FC236}">
                <a16:creationId xmlns:a16="http://schemas.microsoft.com/office/drawing/2014/main" id="{53640B46-C2B0-351C-56BD-275B7BE89287}"/>
              </a:ext>
            </a:extLst>
          </p:cNvPr>
          <p:cNvSpPr>
            <a:spLocks noGrp="1"/>
          </p:cNvSpPr>
          <p:nvPr>
            <p:ph type="body" sz="half" idx="2"/>
          </p:nvPr>
        </p:nvSpPr>
        <p:spPr>
          <a:xfrm>
            <a:off x="839788" y="2057400"/>
            <a:ext cx="3932237" cy="3811588"/>
          </a:xfrm>
        </p:spPr>
        <p:txBody>
          <a:bodyPr/>
          <a:lstStyle>
            <a:lvl1pPr marL="0" indent="0">
              <a:buNone/>
              <a:defRPr sz="1600"/>
            </a:lvl1pPr>
            <a:lvl2pPr marL="457167" indent="0">
              <a:buNone/>
              <a:defRPr sz="1400"/>
            </a:lvl2pPr>
            <a:lvl3pPr marL="914332" indent="0">
              <a:buNone/>
              <a:defRPr sz="1200"/>
            </a:lvl3pPr>
            <a:lvl4pPr marL="1371498" indent="0">
              <a:buNone/>
              <a:defRPr sz="1000"/>
            </a:lvl4pPr>
            <a:lvl5pPr marL="1828664" indent="0">
              <a:buNone/>
              <a:defRPr sz="1000"/>
            </a:lvl5pPr>
            <a:lvl6pPr marL="2285830" indent="0">
              <a:buNone/>
              <a:defRPr sz="1000"/>
            </a:lvl6pPr>
            <a:lvl7pPr marL="2742994" indent="0">
              <a:buNone/>
              <a:defRPr sz="1000"/>
            </a:lvl7pPr>
            <a:lvl8pPr marL="3200160" indent="0">
              <a:buNone/>
              <a:defRPr sz="1000"/>
            </a:lvl8pPr>
            <a:lvl9pPr marL="3657327" indent="0">
              <a:buNone/>
              <a:defRPr sz="1000"/>
            </a:lvl9pPr>
          </a:lstStyle>
          <a:p>
            <a:pPr lvl="0"/>
            <a:r>
              <a:rPr kumimoji="1" lang="ja-JP" altLang="en-US"/>
              <a:t>マスター テキストの書式設定</a:t>
            </a:r>
          </a:p>
        </p:txBody>
      </p:sp>
      <p:sp>
        <p:nvSpPr>
          <p:cNvPr id="5" name="日付プレースホルダー 4">
            <a:extLst>
              <a:ext uri="{FF2B5EF4-FFF2-40B4-BE49-F238E27FC236}">
                <a16:creationId xmlns:a16="http://schemas.microsoft.com/office/drawing/2014/main" id="{2E709412-CA1F-B82D-B9FC-2E52941B0B63}"/>
              </a:ext>
            </a:extLst>
          </p:cNvPr>
          <p:cNvSpPr>
            <a:spLocks noGrp="1"/>
          </p:cNvSpPr>
          <p:nvPr>
            <p:ph type="dt" sz="half" idx="10"/>
          </p:nvPr>
        </p:nvSpPr>
        <p:spPr>
          <a:xfrm>
            <a:off x="838200" y="6356358"/>
            <a:ext cx="2743200" cy="365125"/>
          </a:xfrm>
          <a:prstGeom prst="rect">
            <a:avLst/>
          </a:prstGeom>
        </p:spPr>
        <p:txBody>
          <a:bodyPr/>
          <a:lstStyle/>
          <a:p>
            <a:endParaRPr kumimoji="1" lang="ja-JP" altLang="en-US"/>
          </a:p>
        </p:txBody>
      </p:sp>
      <p:sp>
        <p:nvSpPr>
          <p:cNvPr id="6" name="フッター プレースホルダー 5">
            <a:extLst>
              <a:ext uri="{FF2B5EF4-FFF2-40B4-BE49-F238E27FC236}">
                <a16:creationId xmlns:a16="http://schemas.microsoft.com/office/drawing/2014/main" id="{AA31B903-2C48-AB75-1EEF-4E346E621AB9}"/>
              </a:ext>
            </a:extLst>
          </p:cNvPr>
          <p:cNvSpPr>
            <a:spLocks noGrp="1"/>
          </p:cNvSpPr>
          <p:nvPr>
            <p:ph type="ftr" sz="quarter" idx="11"/>
          </p:nvPr>
        </p:nvSpPr>
        <p:spPr>
          <a:xfrm>
            <a:off x="4038600" y="6356358"/>
            <a:ext cx="4114800" cy="365125"/>
          </a:xfrm>
          <a:prstGeom prst="rect">
            <a:avLst/>
          </a:prstGeom>
        </p:spPr>
        <p:txBody>
          <a:bodyPr/>
          <a:lstStyle/>
          <a:p>
            <a:endParaRPr kumimoji="1" lang="ja-JP" altLang="en-US"/>
          </a:p>
        </p:txBody>
      </p:sp>
      <p:sp>
        <p:nvSpPr>
          <p:cNvPr id="7" name="スライド番号プレースホルダー 6">
            <a:extLst>
              <a:ext uri="{FF2B5EF4-FFF2-40B4-BE49-F238E27FC236}">
                <a16:creationId xmlns:a16="http://schemas.microsoft.com/office/drawing/2014/main" id="{CAFFC39D-519A-A635-D595-D49195EAFBC4}"/>
              </a:ext>
            </a:extLst>
          </p:cNvPr>
          <p:cNvSpPr>
            <a:spLocks noGrp="1"/>
          </p:cNvSpPr>
          <p:nvPr>
            <p:ph type="sldNum" sz="quarter" idx="12"/>
          </p:nvPr>
        </p:nvSpPr>
        <p:spPr/>
        <p:txBody>
          <a:bodyPr/>
          <a:lstStyle/>
          <a:p>
            <a:fld id="{36CC8B87-28FD-40C1-8BEA-A488324BDA2F}" type="slidenum">
              <a:rPr kumimoji="1" lang="ja-JP" altLang="en-US" smtClean="0"/>
              <a:t>‹#›</a:t>
            </a:fld>
            <a:endParaRPr kumimoji="1" lang="ja-JP" altLang="en-US"/>
          </a:p>
        </p:txBody>
      </p:sp>
    </p:spTree>
    <p:extLst>
      <p:ext uri="{BB962C8B-B14F-4D97-AF65-F5344CB8AC3E}">
        <p14:creationId xmlns:p14="http://schemas.microsoft.com/office/powerpoint/2010/main" val="923125464"/>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type="vertTx" preserve="1">
  <p:cSld name="タイトルと縦書きテキスト">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8B42C1F2-EBD9-FF5E-464C-C7F699F37793}"/>
              </a:ext>
            </a:extLst>
          </p:cNvPr>
          <p:cNvSpPr>
            <a:spLocks noGrp="1"/>
          </p:cNvSpPr>
          <p:nvPr>
            <p:ph type="title"/>
          </p:nvPr>
        </p:nvSpPr>
        <p:spPr/>
        <p:txBody>
          <a:bodyPr/>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639F80F5-AB63-0771-3030-2DC1B3F691AA}"/>
              </a:ext>
            </a:extLst>
          </p:cNvPr>
          <p:cNvSpPr>
            <a:spLocks noGrp="1"/>
          </p:cNvSpPr>
          <p:nvPr>
            <p:ph type="body" orient="vert" idx="1"/>
          </p:nvPr>
        </p:nvSpPr>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EF256937-5A34-440A-F498-E4C6E6B34823}"/>
              </a:ext>
            </a:extLst>
          </p:cNvPr>
          <p:cNvSpPr>
            <a:spLocks noGrp="1"/>
          </p:cNvSpPr>
          <p:nvPr>
            <p:ph type="dt" sz="half" idx="10"/>
          </p:nvPr>
        </p:nvSpPr>
        <p:spPr>
          <a:xfrm>
            <a:off x="838200" y="6356358"/>
            <a:ext cx="2743200" cy="365125"/>
          </a:xfrm>
          <a:prstGeom prst="rect">
            <a:avLst/>
          </a:prstGeom>
        </p:spPr>
        <p:txBody>
          <a:bodyPr/>
          <a:lstStyle/>
          <a:p>
            <a:endParaRPr kumimoji="1" lang="ja-JP" altLang="en-US"/>
          </a:p>
        </p:txBody>
      </p:sp>
      <p:sp>
        <p:nvSpPr>
          <p:cNvPr id="5" name="フッター プレースホルダー 4">
            <a:extLst>
              <a:ext uri="{FF2B5EF4-FFF2-40B4-BE49-F238E27FC236}">
                <a16:creationId xmlns:a16="http://schemas.microsoft.com/office/drawing/2014/main" id="{72D94EF9-9F8C-FE2E-3E32-C6AE80B2A4FF}"/>
              </a:ext>
            </a:extLst>
          </p:cNvPr>
          <p:cNvSpPr>
            <a:spLocks noGrp="1"/>
          </p:cNvSpPr>
          <p:nvPr>
            <p:ph type="ftr" sz="quarter" idx="11"/>
          </p:nvPr>
        </p:nvSpPr>
        <p:spPr>
          <a:xfrm>
            <a:off x="4038600" y="6356358"/>
            <a:ext cx="4114800" cy="365125"/>
          </a:xfrm>
          <a:prstGeom prst="rect">
            <a:avLst/>
          </a:prstGeom>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428464F9-4C59-D5B5-FCA1-DF1BA1CBEE10}"/>
              </a:ext>
            </a:extLst>
          </p:cNvPr>
          <p:cNvSpPr>
            <a:spLocks noGrp="1"/>
          </p:cNvSpPr>
          <p:nvPr>
            <p:ph type="sldNum" sz="quarter" idx="12"/>
          </p:nvPr>
        </p:nvSpPr>
        <p:spPr/>
        <p:txBody>
          <a:bodyPr/>
          <a:lstStyle/>
          <a:p>
            <a:fld id="{36CC8B87-28FD-40C1-8BEA-A488324BDA2F}" type="slidenum">
              <a:rPr kumimoji="1" lang="ja-JP" altLang="en-US" smtClean="0"/>
              <a:t>‹#›</a:t>
            </a:fld>
            <a:endParaRPr kumimoji="1" lang="ja-JP" altLang="en-US"/>
          </a:p>
        </p:txBody>
      </p:sp>
    </p:spTree>
    <p:extLst>
      <p:ext uri="{BB962C8B-B14F-4D97-AF65-F5344CB8AC3E}">
        <p14:creationId xmlns:p14="http://schemas.microsoft.com/office/powerpoint/2010/main" val="2816103200"/>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type="vertTitleAndTx" preserve="1">
  <p:cSld name="縦書きタイトルと&#10;縦書きテキスト">
    <p:spTree>
      <p:nvGrpSpPr>
        <p:cNvPr id="1" name=""/>
        <p:cNvGrpSpPr/>
        <p:nvPr/>
      </p:nvGrpSpPr>
      <p:grpSpPr>
        <a:xfrm>
          <a:off x="0" y="0"/>
          <a:ext cx="0" cy="0"/>
          <a:chOff x="0" y="0"/>
          <a:chExt cx="0" cy="0"/>
        </a:xfrm>
      </p:grpSpPr>
      <p:sp>
        <p:nvSpPr>
          <p:cNvPr id="2" name="縦書きタイトル 1">
            <a:extLst>
              <a:ext uri="{FF2B5EF4-FFF2-40B4-BE49-F238E27FC236}">
                <a16:creationId xmlns:a16="http://schemas.microsoft.com/office/drawing/2014/main" id="{B54572C9-4D05-A807-7F94-6CEF11A20FAB}"/>
              </a:ext>
            </a:extLst>
          </p:cNvPr>
          <p:cNvSpPr>
            <a:spLocks noGrp="1"/>
          </p:cNvSpPr>
          <p:nvPr>
            <p:ph type="title" orient="vert"/>
          </p:nvPr>
        </p:nvSpPr>
        <p:spPr>
          <a:xfrm>
            <a:off x="8724902" y="365125"/>
            <a:ext cx="2628900" cy="5811838"/>
          </a:xfrm>
        </p:spPr>
        <p:txBody>
          <a:bodyPr vert="eaVert"/>
          <a:lstStyle/>
          <a:p>
            <a:r>
              <a:rPr kumimoji="1" lang="ja-JP" altLang="en-US"/>
              <a:t>マスター タイトルの書式設定</a:t>
            </a:r>
          </a:p>
        </p:txBody>
      </p:sp>
      <p:sp>
        <p:nvSpPr>
          <p:cNvPr id="3" name="縦書きテキスト プレースホルダー 2">
            <a:extLst>
              <a:ext uri="{FF2B5EF4-FFF2-40B4-BE49-F238E27FC236}">
                <a16:creationId xmlns:a16="http://schemas.microsoft.com/office/drawing/2014/main" id="{F7F3A3DF-0669-C587-5255-B72C62055A51}"/>
              </a:ext>
            </a:extLst>
          </p:cNvPr>
          <p:cNvSpPr>
            <a:spLocks noGrp="1"/>
          </p:cNvSpPr>
          <p:nvPr>
            <p:ph type="body" orient="vert" idx="1"/>
          </p:nvPr>
        </p:nvSpPr>
        <p:spPr>
          <a:xfrm>
            <a:off x="838203" y="365125"/>
            <a:ext cx="7734300" cy="5811838"/>
          </a:xfrm>
        </p:spPr>
        <p:txBody>
          <a:bodyPr vert="eaVert"/>
          <a:lstStyle/>
          <a:p>
            <a:pPr lvl="0"/>
            <a:r>
              <a:rPr kumimoji="1" lang="ja-JP" altLang="en-US"/>
              <a:t>マスター テキストの書式設定</a:t>
            </a:r>
          </a:p>
          <a:p>
            <a:pPr lvl="1"/>
            <a:r>
              <a:rPr kumimoji="1" lang="ja-JP" altLang="en-US"/>
              <a:t>第 </a:t>
            </a:r>
            <a:r>
              <a:rPr kumimoji="1" lang="en-US" altLang="ja-JP"/>
              <a:t>2 </a:t>
            </a:r>
            <a:r>
              <a:rPr kumimoji="1" lang="ja-JP" altLang="en-US"/>
              <a:t>レベル</a:t>
            </a:r>
          </a:p>
          <a:p>
            <a:pPr lvl="2"/>
            <a:r>
              <a:rPr kumimoji="1" lang="ja-JP" altLang="en-US"/>
              <a:t>第 </a:t>
            </a:r>
            <a:r>
              <a:rPr kumimoji="1" lang="en-US" altLang="ja-JP"/>
              <a:t>3 </a:t>
            </a:r>
            <a:r>
              <a:rPr kumimoji="1" lang="ja-JP" altLang="en-US"/>
              <a:t>レベル</a:t>
            </a:r>
          </a:p>
          <a:p>
            <a:pPr lvl="3"/>
            <a:r>
              <a:rPr kumimoji="1" lang="ja-JP" altLang="en-US"/>
              <a:t>第 </a:t>
            </a:r>
            <a:r>
              <a:rPr kumimoji="1" lang="en-US" altLang="ja-JP"/>
              <a:t>4 </a:t>
            </a:r>
            <a:r>
              <a:rPr kumimoji="1" lang="ja-JP" altLang="en-US"/>
              <a:t>レベル</a:t>
            </a:r>
          </a:p>
          <a:p>
            <a:pPr lvl="4"/>
            <a:r>
              <a:rPr kumimoji="1" lang="ja-JP" altLang="en-US"/>
              <a:t>第 </a:t>
            </a:r>
            <a:r>
              <a:rPr kumimoji="1" lang="en-US" altLang="ja-JP"/>
              <a:t>5 </a:t>
            </a:r>
            <a:r>
              <a:rPr kumimoji="1" lang="ja-JP" altLang="en-US"/>
              <a:t>レベル</a:t>
            </a:r>
          </a:p>
        </p:txBody>
      </p:sp>
      <p:sp>
        <p:nvSpPr>
          <p:cNvPr id="4" name="日付プレースホルダー 3">
            <a:extLst>
              <a:ext uri="{FF2B5EF4-FFF2-40B4-BE49-F238E27FC236}">
                <a16:creationId xmlns:a16="http://schemas.microsoft.com/office/drawing/2014/main" id="{A75C8F58-97DC-4240-BFD1-8CBAE54BC569}"/>
              </a:ext>
            </a:extLst>
          </p:cNvPr>
          <p:cNvSpPr>
            <a:spLocks noGrp="1"/>
          </p:cNvSpPr>
          <p:nvPr>
            <p:ph type="dt" sz="half" idx="10"/>
          </p:nvPr>
        </p:nvSpPr>
        <p:spPr>
          <a:xfrm>
            <a:off x="838200" y="6356358"/>
            <a:ext cx="2743200" cy="365125"/>
          </a:xfrm>
          <a:prstGeom prst="rect">
            <a:avLst/>
          </a:prstGeom>
        </p:spPr>
        <p:txBody>
          <a:bodyPr/>
          <a:lstStyle/>
          <a:p>
            <a:endParaRPr kumimoji="1" lang="ja-JP" altLang="en-US"/>
          </a:p>
        </p:txBody>
      </p:sp>
      <p:sp>
        <p:nvSpPr>
          <p:cNvPr id="5" name="フッター プレースホルダー 4">
            <a:extLst>
              <a:ext uri="{FF2B5EF4-FFF2-40B4-BE49-F238E27FC236}">
                <a16:creationId xmlns:a16="http://schemas.microsoft.com/office/drawing/2014/main" id="{0A75FE80-830F-6337-37AD-799070FE443D}"/>
              </a:ext>
            </a:extLst>
          </p:cNvPr>
          <p:cNvSpPr>
            <a:spLocks noGrp="1"/>
          </p:cNvSpPr>
          <p:nvPr>
            <p:ph type="ftr" sz="quarter" idx="11"/>
          </p:nvPr>
        </p:nvSpPr>
        <p:spPr>
          <a:xfrm>
            <a:off x="4038600" y="6356358"/>
            <a:ext cx="4114800" cy="365125"/>
          </a:xfrm>
          <a:prstGeom prst="rect">
            <a:avLst/>
          </a:prstGeom>
        </p:spPr>
        <p:txBody>
          <a:bodyPr/>
          <a:lstStyle/>
          <a:p>
            <a:endParaRPr kumimoji="1" lang="ja-JP" altLang="en-US"/>
          </a:p>
        </p:txBody>
      </p:sp>
      <p:sp>
        <p:nvSpPr>
          <p:cNvPr id="6" name="スライド番号プレースホルダー 5">
            <a:extLst>
              <a:ext uri="{FF2B5EF4-FFF2-40B4-BE49-F238E27FC236}">
                <a16:creationId xmlns:a16="http://schemas.microsoft.com/office/drawing/2014/main" id="{6F85FC1F-8A4C-1AF2-E90E-4352BB3A3910}"/>
              </a:ext>
            </a:extLst>
          </p:cNvPr>
          <p:cNvSpPr>
            <a:spLocks noGrp="1"/>
          </p:cNvSpPr>
          <p:nvPr>
            <p:ph type="sldNum" sz="quarter" idx="12"/>
          </p:nvPr>
        </p:nvSpPr>
        <p:spPr/>
        <p:txBody>
          <a:bodyPr/>
          <a:lstStyle/>
          <a:p>
            <a:fld id="{36CC8B87-28FD-40C1-8BEA-A488324BDA2F}" type="slidenum">
              <a:rPr kumimoji="1" lang="ja-JP" altLang="en-US" smtClean="0"/>
              <a:t>‹#›</a:t>
            </a:fld>
            <a:endParaRPr kumimoji="1" lang="ja-JP" altLang="en-US"/>
          </a:p>
        </p:txBody>
      </p:sp>
    </p:spTree>
    <p:extLst>
      <p:ext uri="{BB962C8B-B14F-4D97-AF65-F5344CB8AC3E}">
        <p14:creationId xmlns:p14="http://schemas.microsoft.com/office/powerpoint/2010/main" val="206768179"/>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userDrawn="1">
  <p:cSld name="パラグラフスライド">
    <p:spTree>
      <p:nvGrpSpPr>
        <p:cNvPr id="1" name=""/>
        <p:cNvGrpSpPr/>
        <p:nvPr/>
      </p:nvGrpSpPr>
      <p:grpSpPr>
        <a:xfrm>
          <a:off x="0" y="0"/>
          <a:ext cx="0" cy="0"/>
          <a:chOff x="0" y="0"/>
          <a:chExt cx="0" cy="0"/>
        </a:xfrm>
      </p:grpSpPr>
      <p:sp>
        <p:nvSpPr>
          <p:cNvPr id="2" name="タイトル 1"/>
          <p:cNvSpPr>
            <a:spLocks noGrp="1"/>
          </p:cNvSpPr>
          <p:nvPr>
            <p:ph type="title" hasCustomPrompt="1"/>
          </p:nvPr>
        </p:nvSpPr>
        <p:spPr>
          <a:xfrm>
            <a:off x="558800" y="1016009"/>
            <a:ext cx="11099800" cy="938159"/>
          </a:xfrm>
        </p:spPr>
        <p:txBody>
          <a:bodyPr>
            <a:noAutofit/>
          </a:bodyPr>
          <a:lstStyle>
            <a:lvl1pPr>
              <a:defRPr sz="2800" b="1">
                <a:solidFill>
                  <a:schemeClr val="bg1">
                    <a:lumMod val="10000"/>
                  </a:schemeClr>
                </a:solidFill>
                <a:latin typeface="游ゴシック" panose="020B0400000000000000" pitchFamily="50" charset="-128"/>
                <a:ea typeface="游ゴシック" panose="020B0400000000000000" pitchFamily="50" charset="-128"/>
              </a:defRPr>
            </a:lvl1pPr>
          </a:lstStyle>
          <a:p>
            <a:r>
              <a:rPr kumimoji="1" lang="ja-JP" altLang="en-US" dirty="0"/>
              <a:t>話題について伝えるべきメッセージ（問いの答え）</a:t>
            </a:r>
          </a:p>
        </p:txBody>
      </p:sp>
      <p:sp>
        <p:nvSpPr>
          <p:cNvPr id="3" name="コンテンツ プレースホルダー 2"/>
          <p:cNvSpPr>
            <a:spLocks noGrp="1"/>
          </p:cNvSpPr>
          <p:nvPr>
            <p:ph idx="1" hasCustomPrompt="1"/>
          </p:nvPr>
        </p:nvSpPr>
        <p:spPr>
          <a:xfrm>
            <a:off x="558800" y="2013155"/>
            <a:ext cx="11099800" cy="4572000"/>
          </a:xfrm>
        </p:spPr>
        <p:txBody>
          <a:bodyPr>
            <a:normAutofit/>
          </a:bodyPr>
          <a:lstStyle>
            <a:lvl1pPr marL="342874" indent="-342874">
              <a:buFont typeface="Wingdings" panose="05000000000000000000" pitchFamily="2" charset="2"/>
              <a:buChar char="l"/>
              <a:defRPr sz="2400">
                <a:solidFill>
                  <a:schemeClr val="bg1">
                    <a:lumMod val="10000"/>
                  </a:schemeClr>
                </a:solidFill>
                <a:latin typeface="游ゴシック" panose="020B0400000000000000" pitchFamily="50" charset="-128"/>
                <a:ea typeface="游ゴシック" panose="020B0400000000000000" pitchFamily="50" charset="-128"/>
              </a:defRPr>
            </a:lvl1pPr>
            <a:lvl2pPr marL="600030" marR="0" indent="-257156" algn="l" defTabSz="685750" rtl="0" eaLnBrk="1" fontAlgn="auto" latinLnBrk="0" hangingPunct="1">
              <a:lnSpc>
                <a:spcPct val="150000"/>
              </a:lnSpc>
              <a:spcBef>
                <a:spcPts val="0"/>
              </a:spcBef>
              <a:spcAft>
                <a:spcPts val="0"/>
              </a:spcAft>
              <a:buClrTx/>
              <a:buSzTx/>
              <a:buFont typeface="Wingdings" panose="05000000000000000000" pitchFamily="2" charset="2"/>
              <a:buChar char="l"/>
              <a:tabLst/>
              <a:defRPr sz="2400">
                <a:solidFill>
                  <a:schemeClr val="bg1">
                    <a:lumMod val="10000"/>
                  </a:schemeClr>
                </a:solidFill>
                <a:latin typeface="游ゴシック Medium" panose="020B0500000000000000" pitchFamily="50" charset="-128"/>
                <a:ea typeface="游ゴシック Medium" panose="020B0500000000000000" pitchFamily="50" charset="-128"/>
              </a:defRPr>
            </a:lvl2pPr>
            <a:lvl3pPr>
              <a:defRPr sz="2000">
                <a:solidFill>
                  <a:schemeClr val="bg1">
                    <a:lumMod val="10000"/>
                  </a:schemeClr>
                </a:solidFill>
              </a:defRPr>
            </a:lvl3pPr>
            <a:lvl4pPr>
              <a:defRPr sz="2000">
                <a:solidFill>
                  <a:schemeClr val="bg1">
                    <a:lumMod val="10000"/>
                  </a:schemeClr>
                </a:solidFill>
              </a:defRPr>
            </a:lvl4pPr>
            <a:lvl5pPr>
              <a:defRPr sz="2000">
                <a:solidFill>
                  <a:schemeClr val="bg1">
                    <a:lumMod val="10000"/>
                  </a:schemeClr>
                </a:solidFill>
              </a:defRPr>
            </a:lvl5pPr>
          </a:lstStyle>
          <a:p>
            <a:pPr lvl="0"/>
            <a:r>
              <a:rPr kumimoji="1" lang="ja-JP" altLang="en-US" dirty="0"/>
              <a:t>メッセージの補足説明（根拠／解説／具体例）</a:t>
            </a:r>
            <a:endParaRPr kumimoji="1" lang="en-US" altLang="ja-JP" dirty="0"/>
          </a:p>
          <a:p>
            <a:pPr lvl="1"/>
            <a:r>
              <a:rPr kumimoji="1" lang="ja-JP" altLang="en-US" dirty="0"/>
              <a:t>第２段</a:t>
            </a:r>
            <a:endParaRPr kumimoji="1" lang="en-US" altLang="ja-JP" dirty="0"/>
          </a:p>
          <a:p>
            <a:pPr lvl="2"/>
            <a:r>
              <a:rPr kumimoji="1" lang="ja-JP" altLang="en-US" dirty="0"/>
              <a:t>第３段</a:t>
            </a:r>
            <a:endParaRPr kumimoji="1" lang="en-US" altLang="ja-JP" dirty="0"/>
          </a:p>
          <a:p>
            <a:pPr lvl="3"/>
            <a:r>
              <a:rPr kumimoji="1" lang="ja-JP" altLang="en-US" dirty="0"/>
              <a:t>第４段</a:t>
            </a:r>
            <a:endParaRPr kumimoji="1" lang="en-US" altLang="ja-JP" dirty="0"/>
          </a:p>
          <a:p>
            <a:pPr lvl="4"/>
            <a:r>
              <a:rPr kumimoji="1" lang="ja-JP" altLang="en-US" dirty="0"/>
              <a:t>第５弾</a:t>
            </a:r>
            <a:endParaRPr kumimoji="1" lang="en-US" altLang="ja-JP" dirty="0"/>
          </a:p>
          <a:p>
            <a:pPr lvl="3"/>
            <a:endParaRPr kumimoji="1" lang="en-US" altLang="ja-JP" dirty="0"/>
          </a:p>
          <a:p>
            <a:pPr lvl="3"/>
            <a:endParaRPr kumimoji="1" lang="en-US" altLang="ja-JP" dirty="0"/>
          </a:p>
          <a:p>
            <a:pPr lvl="1"/>
            <a:endParaRPr kumimoji="1" lang="en-US" altLang="ja-JP" dirty="0"/>
          </a:p>
          <a:p>
            <a:pPr lvl="0"/>
            <a:endParaRPr kumimoji="1" lang="en-US" altLang="ja-JP" dirty="0"/>
          </a:p>
          <a:p>
            <a:pPr lvl="0"/>
            <a:endParaRPr kumimoji="1" lang="en-US" altLang="ja-JP" dirty="0"/>
          </a:p>
          <a:p>
            <a:pPr lvl="1"/>
            <a:endParaRPr kumimoji="1" lang="en-US" altLang="ja-JP" dirty="0"/>
          </a:p>
        </p:txBody>
      </p:sp>
      <p:sp>
        <p:nvSpPr>
          <p:cNvPr id="18" name="テキスト プレースホルダー 17"/>
          <p:cNvSpPr>
            <a:spLocks noGrp="1"/>
          </p:cNvSpPr>
          <p:nvPr>
            <p:ph type="body" sz="quarter" idx="11" hasCustomPrompt="1"/>
          </p:nvPr>
        </p:nvSpPr>
        <p:spPr>
          <a:xfrm>
            <a:off x="210575" y="348226"/>
            <a:ext cx="11455400" cy="469900"/>
          </a:xfrm>
        </p:spPr>
        <p:txBody>
          <a:bodyPr>
            <a:noAutofit/>
          </a:bodyPr>
          <a:lstStyle>
            <a:lvl1pPr marL="0" indent="0">
              <a:buNone/>
              <a:defRPr sz="2800" b="0">
                <a:latin typeface="游ゴシック Medium" panose="020B0500000000000000" pitchFamily="50" charset="-128"/>
                <a:ea typeface="游ゴシック Medium" panose="020B0500000000000000" pitchFamily="50" charset="-128"/>
              </a:defRPr>
            </a:lvl1pPr>
            <a:lvl2pPr marL="342874" indent="0">
              <a:buNone/>
              <a:defRPr/>
            </a:lvl2pPr>
            <a:lvl3pPr marL="685750" indent="0">
              <a:buNone/>
              <a:defRPr/>
            </a:lvl3pPr>
            <a:lvl4pPr marL="1028624" indent="0">
              <a:buNone/>
              <a:defRPr/>
            </a:lvl4pPr>
            <a:lvl5pPr marL="1371498" indent="0">
              <a:buNone/>
              <a:defRPr/>
            </a:lvl5pPr>
          </a:lstStyle>
          <a:p>
            <a:pPr lvl="0"/>
            <a:r>
              <a:rPr kumimoji="1" lang="ja-JP" altLang="en-US" dirty="0"/>
              <a:t>スライドの話題＝問い</a:t>
            </a:r>
            <a:r>
              <a:rPr kumimoji="1" lang="en-US" altLang="ja-JP" dirty="0"/>
              <a:t>=</a:t>
            </a:r>
            <a:r>
              <a:rPr kumimoji="1" lang="ja-JP" altLang="en-US" dirty="0"/>
              <a:t>論点</a:t>
            </a:r>
            <a:endParaRPr kumimoji="1" lang="en-US" altLang="ja-JP" dirty="0"/>
          </a:p>
        </p:txBody>
      </p:sp>
      <p:sp>
        <p:nvSpPr>
          <p:cNvPr id="23" name="テキスト ボックス 22"/>
          <p:cNvSpPr txBox="1"/>
          <p:nvPr/>
        </p:nvSpPr>
        <p:spPr>
          <a:xfrm>
            <a:off x="11493500" y="315648"/>
            <a:ext cx="457176" cy="369332"/>
          </a:xfrm>
          <a:prstGeom prst="rect">
            <a:avLst/>
          </a:prstGeom>
          <a:noFill/>
        </p:spPr>
        <p:txBody>
          <a:bodyPr wrap="none" rtlCol="0">
            <a:spAutoFit/>
          </a:bodyPr>
          <a:lstStyle/>
          <a:p>
            <a:fld id="{86695743-78A6-41C5-8EC9-B94E39B9B94D}" type="slidenum">
              <a:rPr kumimoji="1" lang="ja-JP" altLang="en-US" sz="1800" smtClean="0">
                <a:solidFill>
                  <a:schemeClr val="tx1"/>
                </a:solidFill>
                <a:latin typeface="+mn-lt"/>
                <a:ea typeface="游ゴシック Medium" panose="020B0500000000000000" pitchFamily="50" charset="-128"/>
              </a:rPr>
              <a:t>‹#›</a:t>
            </a:fld>
            <a:endParaRPr kumimoji="1" lang="ja-JP" altLang="en-US" sz="1800" dirty="0">
              <a:solidFill>
                <a:schemeClr val="tx1"/>
              </a:solidFill>
              <a:latin typeface="+mn-lt"/>
              <a:ea typeface="游ゴシック Medium" panose="020B0500000000000000" pitchFamily="50" charset="-128"/>
            </a:endParaRPr>
          </a:p>
        </p:txBody>
      </p:sp>
      <p:cxnSp>
        <p:nvCxnSpPr>
          <p:cNvPr id="26" name="直線コネクタ 25"/>
          <p:cNvCxnSpPr/>
          <p:nvPr/>
        </p:nvCxnSpPr>
        <p:spPr>
          <a:xfrm>
            <a:off x="0" y="825500"/>
            <a:ext cx="12192000" cy="0"/>
          </a:xfrm>
          <a:prstGeom prst="line">
            <a:avLst/>
          </a:prstGeom>
          <a:ln w="12700">
            <a:solidFill>
              <a:schemeClr val="bg2">
                <a:lumMod val="75000"/>
              </a:schemeClr>
            </a:solidFill>
          </a:ln>
        </p:spPr>
        <p:style>
          <a:lnRef idx="1">
            <a:schemeClr val="accent1"/>
          </a:lnRef>
          <a:fillRef idx="0">
            <a:schemeClr val="accent1"/>
          </a:fillRef>
          <a:effectRef idx="0">
            <a:schemeClr val="accent1"/>
          </a:effectRef>
          <a:fontRef idx="minor">
            <a:schemeClr val="tx1"/>
          </a:fontRef>
        </p:style>
      </p:cxnSp>
      <p:sp>
        <p:nvSpPr>
          <p:cNvPr id="4" name="テキスト ボックス 3">
            <a:extLst>
              <a:ext uri="{FF2B5EF4-FFF2-40B4-BE49-F238E27FC236}">
                <a16:creationId xmlns:a16="http://schemas.microsoft.com/office/drawing/2014/main" id="{7B4F7A6F-77E0-7B34-8275-7E64DE51B8BD}"/>
              </a:ext>
            </a:extLst>
          </p:cNvPr>
          <p:cNvSpPr txBox="1"/>
          <p:nvPr userDrawn="1"/>
        </p:nvSpPr>
        <p:spPr>
          <a:xfrm>
            <a:off x="11493500" y="315648"/>
            <a:ext cx="457176" cy="369332"/>
          </a:xfrm>
          <a:prstGeom prst="rect">
            <a:avLst/>
          </a:prstGeom>
          <a:noFill/>
        </p:spPr>
        <p:txBody>
          <a:bodyPr wrap="none" rtlCol="0">
            <a:spAutoFit/>
          </a:bodyPr>
          <a:lstStyle/>
          <a:p>
            <a:fld id="{86695743-78A6-41C5-8EC9-B94E39B9B94D}" type="slidenum">
              <a:rPr kumimoji="1" lang="ja-JP" altLang="en-US" sz="1800" smtClean="0">
                <a:solidFill>
                  <a:schemeClr val="tx1"/>
                </a:solidFill>
                <a:latin typeface="+mn-lt"/>
                <a:ea typeface="游ゴシック Medium" panose="020B0500000000000000" pitchFamily="50" charset="-128"/>
              </a:rPr>
              <a:t>‹#›</a:t>
            </a:fld>
            <a:endParaRPr kumimoji="1" lang="ja-JP" altLang="en-US" sz="1800" dirty="0">
              <a:solidFill>
                <a:schemeClr val="tx1"/>
              </a:solidFill>
              <a:latin typeface="+mn-lt"/>
              <a:ea typeface="游ゴシック Medium" panose="020B0500000000000000" pitchFamily="50" charset="-128"/>
            </a:endParaRPr>
          </a:p>
        </p:txBody>
      </p:sp>
      <p:cxnSp>
        <p:nvCxnSpPr>
          <p:cNvPr id="5" name="直線コネクタ 4">
            <a:extLst>
              <a:ext uri="{FF2B5EF4-FFF2-40B4-BE49-F238E27FC236}">
                <a16:creationId xmlns:a16="http://schemas.microsoft.com/office/drawing/2014/main" id="{126F81DA-F450-4D34-E663-93472DCA1677}"/>
              </a:ext>
            </a:extLst>
          </p:cNvPr>
          <p:cNvCxnSpPr/>
          <p:nvPr userDrawn="1"/>
        </p:nvCxnSpPr>
        <p:spPr>
          <a:xfrm>
            <a:off x="0" y="825500"/>
            <a:ext cx="12192000" cy="0"/>
          </a:xfrm>
          <a:prstGeom prst="line">
            <a:avLst/>
          </a:prstGeom>
          <a:ln w="12700">
            <a:solidFill>
              <a:schemeClr val="bg2">
                <a:lumMod val="75000"/>
              </a:schemeClr>
            </a:solidFill>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230695666"/>
      </p:ext>
    </p:extLst>
  </p:cSld>
  <p:clrMapOvr>
    <a:masterClrMapping/>
  </p:clrMapOvr>
  <p:extLst>
    <p:ext uri="{DCECCB84-F9BA-43D5-87BE-67443E8EF086}">
      <p15:sldGuideLst xmlns:p15="http://schemas.microsoft.com/office/powerpoint/2012/main">
        <p15:guide id="1" orient="horz" pos="2160" userDrawn="1">
          <p15:clr>
            <a:srgbClr val="FBAE40"/>
          </p15:clr>
        </p15:guide>
        <p15:guide id="2" pos="2880" userDrawn="1">
          <p15:clr>
            <a:srgbClr val="FBAE40"/>
          </p15:clr>
        </p15:guide>
      </p15:sldGuideLst>
    </p:ext>
  </p:extLst>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7"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5" Type="http://schemas.openxmlformats.org/officeDocument/2006/relationships/slideLayout" Target="../slideLayouts/slideLayout5.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4.xml"/><Relationship Id="rId13" Type="http://schemas.openxmlformats.org/officeDocument/2006/relationships/theme" Target="../theme/theme2.xml"/><Relationship Id="rId3" Type="http://schemas.openxmlformats.org/officeDocument/2006/relationships/slideLayout" Target="../slideLayouts/slideLayout9.xml"/><Relationship Id="rId7" Type="http://schemas.openxmlformats.org/officeDocument/2006/relationships/slideLayout" Target="../slideLayouts/slideLayout13.xml"/><Relationship Id="rId12" Type="http://schemas.openxmlformats.org/officeDocument/2006/relationships/slideLayout" Target="../slideLayouts/slideLayout18.xml"/><Relationship Id="rId2" Type="http://schemas.openxmlformats.org/officeDocument/2006/relationships/slideLayout" Target="../slideLayouts/slideLayout8.xml"/><Relationship Id="rId1" Type="http://schemas.openxmlformats.org/officeDocument/2006/relationships/slideLayout" Target="../slideLayouts/slideLayout7.xml"/><Relationship Id="rId6" Type="http://schemas.openxmlformats.org/officeDocument/2006/relationships/slideLayout" Target="../slideLayouts/slideLayout12.xml"/><Relationship Id="rId11" Type="http://schemas.openxmlformats.org/officeDocument/2006/relationships/slideLayout" Target="../slideLayouts/slideLayout17.xml"/><Relationship Id="rId5" Type="http://schemas.openxmlformats.org/officeDocument/2006/relationships/slideLayout" Target="../slideLayouts/slideLayout11.xml"/><Relationship Id="rId10" Type="http://schemas.openxmlformats.org/officeDocument/2006/relationships/slideLayout" Target="../slideLayouts/slideLayout16.xml"/><Relationship Id="rId4" Type="http://schemas.openxmlformats.org/officeDocument/2006/relationships/slideLayout" Target="../slideLayouts/slideLayout10.xml"/><Relationship Id="rId9" Type="http://schemas.openxmlformats.org/officeDocument/2006/relationships/slideLayout" Target="../slideLayouts/slideLayout15.xml"/></Relationships>
</file>

<file path=ppt/slideMasters/slideMaster1.xml><?xml version="1.0" encoding="utf-8"?>
<p:sldMaster xmlns:a="http://schemas.openxmlformats.org/drawingml/2006/main" xmlns:r="http://schemas.openxmlformats.org/officeDocument/2006/relationships" xmlns:p="http://schemas.openxmlformats.org/presentationml/2006/main" preserve="1">
  <p:cSld>
    <p:bg>
      <p:bgPr>
        <a:solidFill>
          <a:srgbClr val="FFFFFF"/>
        </a:solidFill>
        <a:effectLst/>
      </p:bgPr>
    </p:bg>
    <p:spTree>
      <p:nvGrpSpPr>
        <p:cNvPr id="1" name=""/>
        <p:cNvGrpSpPr/>
        <p:nvPr/>
      </p:nvGrpSpPr>
      <p:grpSpPr>
        <a:xfrm>
          <a:off x="0" y="0"/>
          <a:ext cx="0" cy="0"/>
          <a:chOff x="0" y="0"/>
          <a:chExt cx="0" cy="0"/>
        </a:xfrm>
      </p:grpSpPr>
      <p:sp>
        <p:nvSpPr>
          <p:cNvPr id="2" name="タイトル プレースホルダー 1"/>
          <p:cNvSpPr>
            <a:spLocks noGrp="1"/>
          </p:cNvSpPr>
          <p:nvPr>
            <p:ph type="title"/>
          </p:nvPr>
        </p:nvSpPr>
        <p:spPr>
          <a:xfrm>
            <a:off x="838200" y="365129"/>
            <a:ext cx="10515600" cy="1325563"/>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4" name="日付プレースホルダー 3"/>
          <p:cNvSpPr>
            <a:spLocks noGrp="1"/>
          </p:cNvSpPr>
          <p:nvPr>
            <p:ph type="dt" sz="half" idx="2"/>
          </p:nvPr>
        </p:nvSpPr>
        <p:spPr>
          <a:xfrm>
            <a:off x="838200" y="6356360"/>
            <a:ext cx="2743200" cy="365125"/>
          </a:xfrm>
          <a:prstGeom prst="rect">
            <a:avLst/>
          </a:prstGeom>
        </p:spPr>
        <p:txBody>
          <a:bodyPr vert="horz" lIns="91440" tIns="45720" rIns="91440" bIns="45720" rtlCol="0" anchor="ctr"/>
          <a:lstStyle>
            <a:lvl1pPr algn="l">
              <a:defRPr sz="900">
                <a:solidFill>
                  <a:schemeClr val="tx1">
                    <a:tint val="75000"/>
                  </a:schemeClr>
                </a:solidFill>
              </a:defRPr>
            </a:lvl1pPr>
          </a:lstStyle>
          <a:p>
            <a:endParaRPr kumimoji="1" lang="ja-JP" altLang="en-US"/>
          </a:p>
        </p:txBody>
      </p:sp>
      <p:sp>
        <p:nvSpPr>
          <p:cNvPr id="5" name="フッター プレースホルダー 4"/>
          <p:cNvSpPr>
            <a:spLocks noGrp="1"/>
          </p:cNvSpPr>
          <p:nvPr>
            <p:ph type="ftr" sz="quarter" idx="3"/>
          </p:nvPr>
        </p:nvSpPr>
        <p:spPr>
          <a:xfrm>
            <a:off x="4038600" y="6356360"/>
            <a:ext cx="4114800" cy="365125"/>
          </a:xfrm>
          <a:prstGeom prst="rect">
            <a:avLst/>
          </a:prstGeom>
        </p:spPr>
        <p:txBody>
          <a:bodyPr vert="horz" lIns="91440" tIns="45720" rIns="91440" bIns="45720" rtlCol="0" anchor="ctr"/>
          <a:lstStyle>
            <a:lvl1pPr algn="ctr">
              <a:defRPr sz="900">
                <a:solidFill>
                  <a:schemeClr val="tx1">
                    <a:tint val="75000"/>
                  </a:schemeClr>
                </a:solidFill>
              </a:defRPr>
            </a:lvl1pPr>
          </a:lstStyle>
          <a:p>
            <a:endParaRPr kumimoji="1" lang="ja-JP" altLang="en-US"/>
          </a:p>
        </p:txBody>
      </p:sp>
      <p:sp>
        <p:nvSpPr>
          <p:cNvPr id="6" name="スライド番号プレースホルダー 5"/>
          <p:cNvSpPr>
            <a:spLocks noGrp="1"/>
          </p:cNvSpPr>
          <p:nvPr>
            <p:ph type="sldNum" sz="quarter" idx="4"/>
          </p:nvPr>
        </p:nvSpPr>
        <p:spPr>
          <a:xfrm>
            <a:off x="8610600" y="6356360"/>
            <a:ext cx="2743200" cy="365125"/>
          </a:xfrm>
          <a:prstGeom prst="rect">
            <a:avLst/>
          </a:prstGeom>
        </p:spPr>
        <p:txBody>
          <a:bodyPr vert="horz" lIns="91440" tIns="45720" rIns="91440" bIns="45720" rtlCol="0" anchor="ctr"/>
          <a:lstStyle>
            <a:lvl1pPr algn="r">
              <a:defRPr sz="900">
                <a:solidFill>
                  <a:schemeClr val="tx1">
                    <a:tint val="75000"/>
                  </a:schemeClr>
                </a:solidFill>
              </a:defRPr>
            </a:lvl1pPr>
          </a:lstStyle>
          <a:p>
            <a:fld id="{36CC8B87-28FD-40C1-8BEA-A488324BDA2F}" type="slidenum">
              <a:rPr kumimoji="1" lang="ja-JP" altLang="en-US" smtClean="0"/>
              <a:t>‹#›</a:t>
            </a:fld>
            <a:endParaRPr kumimoji="1" lang="ja-JP" altLang="en-US"/>
          </a:p>
        </p:txBody>
      </p:sp>
    </p:spTree>
    <p:extLst>
      <p:ext uri="{BB962C8B-B14F-4D97-AF65-F5344CB8AC3E}">
        <p14:creationId xmlns:p14="http://schemas.microsoft.com/office/powerpoint/2010/main" val="689541467"/>
      </p:ext>
    </p:extLst>
  </p:cSld>
  <p:clrMap bg1="lt1" tx1="dk1" bg2="lt2" tx2="dk2" accent1="accent1" accent2="accent2" accent3="accent3" accent4="accent4" accent5="accent5" accent6="accent6" hlink="hlink" folHlink="folHlink"/>
  <p:sldLayoutIdLst>
    <p:sldLayoutId id="2147483661" r:id="rId1"/>
    <p:sldLayoutId id="2147483662" r:id="rId2"/>
    <p:sldLayoutId id="2147483663" r:id="rId3"/>
    <p:sldLayoutId id="2147483664" r:id="rId4"/>
    <p:sldLayoutId id="2147483665" r:id="rId5"/>
    <p:sldLayoutId id="2147483666" r:id="rId6"/>
  </p:sldLayoutIdLst>
  <p:hf hdr="0" ftr="0" dt="0"/>
  <p:txStyles>
    <p:titleStyle>
      <a:lvl1pPr algn="l" defTabSz="685750" rtl="0" eaLnBrk="1" latinLnBrk="0" hangingPunct="1">
        <a:lnSpc>
          <a:spcPct val="90000"/>
        </a:lnSpc>
        <a:spcBef>
          <a:spcPct val="0"/>
        </a:spcBef>
        <a:buNone/>
        <a:defRPr kumimoji="1" sz="3600" kern="1200">
          <a:solidFill>
            <a:schemeClr val="tx1"/>
          </a:solidFill>
          <a:latin typeface="+mj-lt"/>
          <a:ea typeface="+mj-ea"/>
          <a:cs typeface="+mj-cs"/>
        </a:defRPr>
      </a:lvl1pPr>
    </p:titleStyle>
    <p:bodyStyle>
      <a:lvl1pPr marL="334542" indent="-334542" algn="l" defTabSz="685750" rtl="0" eaLnBrk="1" latinLnBrk="0" hangingPunct="1">
        <a:lnSpc>
          <a:spcPct val="110000"/>
        </a:lnSpc>
        <a:spcBef>
          <a:spcPts val="1351"/>
        </a:spcBef>
        <a:buClr>
          <a:schemeClr val="accent4"/>
        </a:buClr>
        <a:buFont typeface="Wingdings" panose="05000000000000000000" pitchFamily="2" charset="2"/>
        <a:buChar char="l"/>
        <a:defRPr kumimoji="1" sz="2800" b="1" kern="1200">
          <a:solidFill>
            <a:schemeClr val="tx1"/>
          </a:solidFill>
          <a:latin typeface="游ゴシック" panose="020B0400000000000000" pitchFamily="50" charset="-128"/>
          <a:ea typeface="游ゴシック" panose="020B0400000000000000" pitchFamily="50" charset="-128"/>
          <a:cs typeface="+mn-cs"/>
        </a:defRPr>
      </a:lvl1pPr>
      <a:lvl2pPr marL="673846" indent="-330970" algn="l" defTabSz="685750" rtl="0" eaLnBrk="1" latinLnBrk="0" hangingPunct="1">
        <a:lnSpc>
          <a:spcPct val="110000"/>
        </a:lnSpc>
        <a:spcBef>
          <a:spcPts val="0"/>
        </a:spcBef>
        <a:buFont typeface="Wingdings" panose="05000000000000000000" pitchFamily="2" charset="2"/>
        <a:buChar char="l"/>
        <a:defRPr kumimoji="1" sz="2400" kern="1200">
          <a:solidFill>
            <a:schemeClr val="tx2"/>
          </a:solidFill>
          <a:latin typeface="+mn-lt"/>
          <a:ea typeface="+mn-ea"/>
          <a:cs typeface="+mn-cs"/>
        </a:defRPr>
      </a:lvl2pPr>
      <a:lvl3pPr marL="939335" indent="-253586" algn="l" defTabSz="68575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3pPr>
      <a:lvl4pPr marL="1279827" indent="-251204" algn="l" defTabSz="68575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4pPr>
      <a:lvl5pPr marL="1613177" indent="-241679" algn="l" defTabSz="685750" rtl="0" eaLnBrk="1" latinLnBrk="0" hangingPunct="1">
        <a:lnSpc>
          <a:spcPct val="110000"/>
        </a:lnSpc>
        <a:spcBef>
          <a:spcPts val="0"/>
        </a:spcBef>
        <a:buFont typeface="Wingdings" panose="05000000000000000000" pitchFamily="2" charset="2"/>
        <a:buChar char="l"/>
        <a:defRPr kumimoji="1" sz="1800" kern="1200">
          <a:solidFill>
            <a:schemeClr val="tx2"/>
          </a:solidFill>
          <a:latin typeface="+mn-lt"/>
          <a:ea typeface="+mn-ea"/>
          <a:cs typeface="+mn-cs"/>
        </a:defRPr>
      </a:lvl5pPr>
      <a:lvl6pPr marL="1885810" indent="-171438" algn="l" defTabSz="685750" rtl="0" eaLnBrk="1" latinLnBrk="0" hangingPunct="1">
        <a:lnSpc>
          <a:spcPct val="90000"/>
        </a:lnSpc>
        <a:spcBef>
          <a:spcPts val="375"/>
        </a:spcBef>
        <a:buFont typeface="Arial" panose="020B0604020202020204" pitchFamily="34" charset="0"/>
        <a:buChar char="•"/>
        <a:defRPr kumimoji="1" sz="1351" kern="1200">
          <a:solidFill>
            <a:schemeClr val="tx1"/>
          </a:solidFill>
          <a:latin typeface="+mn-lt"/>
          <a:ea typeface="+mn-ea"/>
          <a:cs typeface="+mn-cs"/>
        </a:defRPr>
      </a:lvl6pPr>
      <a:lvl7pPr marL="2228683" indent="-171438" algn="l" defTabSz="685750" rtl="0" eaLnBrk="1" latinLnBrk="0" hangingPunct="1">
        <a:lnSpc>
          <a:spcPct val="90000"/>
        </a:lnSpc>
        <a:spcBef>
          <a:spcPts val="375"/>
        </a:spcBef>
        <a:buFont typeface="Arial" panose="020B0604020202020204" pitchFamily="34" charset="0"/>
        <a:buChar char="•"/>
        <a:defRPr kumimoji="1" sz="1351" kern="1200">
          <a:solidFill>
            <a:schemeClr val="tx1"/>
          </a:solidFill>
          <a:latin typeface="+mn-lt"/>
          <a:ea typeface="+mn-ea"/>
          <a:cs typeface="+mn-cs"/>
        </a:defRPr>
      </a:lvl7pPr>
      <a:lvl8pPr marL="2571558" indent="-171438" algn="l" defTabSz="685750" rtl="0" eaLnBrk="1" latinLnBrk="0" hangingPunct="1">
        <a:lnSpc>
          <a:spcPct val="90000"/>
        </a:lnSpc>
        <a:spcBef>
          <a:spcPts val="375"/>
        </a:spcBef>
        <a:buFont typeface="Arial" panose="020B0604020202020204" pitchFamily="34" charset="0"/>
        <a:buChar char="•"/>
        <a:defRPr kumimoji="1" sz="1351" kern="1200">
          <a:solidFill>
            <a:schemeClr val="tx1"/>
          </a:solidFill>
          <a:latin typeface="+mn-lt"/>
          <a:ea typeface="+mn-ea"/>
          <a:cs typeface="+mn-cs"/>
        </a:defRPr>
      </a:lvl8pPr>
      <a:lvl9pPr marL="2914434" indent="-171438" algn="l" defTabSz="685750" rtl="0" eaLnBrk="1" latinLnBrk="0" hangingPunct="1">
        <a:lnSpc>
          <a:spcPct val="90000"/>
        </a:lnSpc>
        <a:spcBef>
          <a:spcPts val="375"/>
        </a:spcBef>
        <a:buFont typeface="Arial" panose="020B0604020202020204" pitchFamily="34" charset="0"/>
        <a:buChar char="•"/>
        <a:defRPr kumimoji="1" sz="1351" kern="1200">
          <a:solidFill>
            <a:schemeClr val="tx1"/>
          </a:solidFill>
          <a:latin typeface="+mn-lt"/>
          <a:ea typeface="+mn-ea"/>
          <a:cs typeface="+mn-cs"/>
        </a:defRPr>
      </a:lvl9pPr>
    </p:bodyStyle>
    <p:otherStyle>
      <a:defPPr>
        <a:defRPr lang="ja-JP"/>
      </a:defPPr>
      <a:lvl1pPr marL="0" algn="l" defTabSz="685750" rtl="0" eaLnBrk="1" latinLnBrk="0" hangingPunct="1">
        <a:defRPr kumimoji="1" sz="1351" kern="1200">
          <a:solidFill>
            <a:schemeClr val="tx1"/>
          </a:solidFill>
          <a:latin typeface="+mn-lt"/>
          <a:ea typeface="+mn-ea"/>
          <a:cs typeface="+mn-cs"/>
        </a:defRPr>
      </a:lvl1pPr>
      <a:lvl2pPr marL="342874" algn="l" defTabSz="685750" rtl="0" eaLnBrk="1" latinLnBrk="0" hangingPunct="1">
        <a:defRPr kumimoji="1" sz="1351" kern="1200">
          <a:solidFill>
            <a:schemeClr val="tx1"/>
          </a:solidFill>
          <a:latin typeface="+mn-lt"/>
          <a:ea typeface="+mn-ea"/>
          <a:cs typeface="+mn-cs"/>
        </a:defRPr>
      </a:lvl2pPr>
      <a:lvl3pPr marL="685750" algn="l" defTabSz="685750" rtl="0" eaLnBrk="1" latinLnBrk="0" hangingPunct="1">
        <a:defRPr kumimoji="1" sz="1351" kern="1200">
          <a:solidFill>
            <a:schemeClr val="tx1"/>
          </a:solidFill>
          <a:latin typeface="+mn-lt"/>
          <a:ea typeface="+mn-ea"/>
          <a:cs typeface="+mn-cs"/>
        </a:defRPr>
      </a:lvl3pPr>
      <a:lvl4pPr marL="1028624" algn="l" defTabSz="685750" rtl="0" eaLnBrk="1" latinLnBrk="0" hangingPunct="1">
        <a:defRPr kumimoji="1" sz="1351" kern="1200">
          <a:solidFill>
            <a:schemeClr val="tx1"/>
          </a:solidFill>
          <a:latin typeface="+mn-lt"/>
          <a:ea typeface="+mn-ea"/>
          <a:cs typeface="+mn-cs"/>
        </a:defRPr>
      </a:lvl4pPr>
      <a:lvl5pPr marL="1371498" algn="l" defTabSz="685750" rtl="0" eaLnBrk="1" latinLnBrk="0" hangingPunct="1">
        <a:defRPr kumimoji="1" sz="1351" kern="1200">
          <a:solidFill>
            <a:schemeClr val="tx1"/>
          </a:solidFill>
          <a:latin typeface="+mn-lt"/>
          <a:ea typeface="+mn-ea"/>
          <a:cs typeface="+mn-cs"/>
        </a:defRPr>
      </a:lvl5pPr>
      <a:lvl6pPr marL="1714372" algn="l" defTabSz="685750" rtl="0" eaLnBrk="1" latinLnBrk="0" hangingPunct="1">
        <a:defRPr kumimoji="1" sz="1351" kern="1200">
          <a:solidFill>
            <a:schemeClr val="tx1"/>
          </a:solidFill>
          <a:latin typeface="+mn-lt"/>
          <a:ea typeface="+mn-ea"/>
          <a:cs typeface="+mn-cs"/>
        </a:defRPr>
      </a:lvl6pPr>
      <a:lvl7pPr marL="2057247" algn="l" defTabSz="685750" rtl="0" eaLnBrk="1" latinLnBrk="0" hangingPunct="1">
        <a:defRPr kumimoji="1" sz="1351" kern="1200">
          <a:solidFill>
            <a:schemeClr val="tx1"/>
          </a:solidFill>
          <a:latin typeface="+mn-lt"/>
          <a:ea typeface="+mn-ea"/>
          <a:cs typeface="+mn-cs"/>
        </a:defRPr>
      </a:lvl7pPr>
      <a:lvl8pPr marL="2400120" algn="l" defTabSz="685750" rtl="0" eaLnBrk="1" latinLnBrk="0" hangingPunct="1">
        <a:defRPr kumimoji="1" sz="1351" kern="1200">
          <a:solidFill>
            <a:schemeClr val="tx1"/>
          </a:solidFill>
          <a:latin typeface="+mn-lt"/>
          <a:ea typeface="+mn-ea"/>
          <a:cs typeface="+mn-cs"/>
        </a:defRPr>
      </a:lvl8pPr>
      <a:lvl9pPr marL="2742994" algn="l" defTabSz="685750" rtl="0" eaLnBrk="1" latinLnBrk="0" hangingPunct="1">
        <a:defRPr kumimoji="1" sz="1351" kern="1200">
          <a:solidFill>
            <a:schemeClr val="tx1"/>
          </a:solidFill>
          <a:latin typeface="+mn-lt"/>
          <a:ea typeface="+mn-ea"/>
          <a:cs typeface="+mn-cs"/>
        </a:defRPr>
      </a:lvl9pPr>
    </p:otherStyle>
  </p:txStyles>
  <p:extLst>
    <p:ext uri="{27BBF7A9-308A-43DC-89C8-2F10F3537804}">
      <p15:sldGuideLst xmlns:p15="http://schemas.microsoft.com/office/powerpoint/2012/main">
        <p15:guide id="3" orient="horz" pos="2160" userDrawn="1">
          <p15:clr>
            <a:srgbClr val="F26B43"/>
          </p15:clr>
        </p15:guide>
        <p15:guide id="4" pos="2880"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7" name="正方形/長方形 6">
            <a:extLst>
              <a:ext uri="{FF2B5EF4-FFF2-40B4-BE49-F238E27FC236}">
                <a16:creationId xmlns:a16="http://schemas.microsoft.com/office/drawing/2014/main" id="{CE73016B-E760-D946-6C7E-E26AD0952F44}"/>
              </a:ext>
            </a:extLst>
          </p:cNvPr>
          <p:cNvSpPr/>
          <p:nvPr/>
        </p:nvSpPr>
        <p:spPr>
          <a:xfrm>
            <a:off x="0" y="0"/>
            <a:ext cx="12192000" cy="1160464"/>
          </a:xfrm>
          <a:prstGeom prst="rect">
            <a:avLst/>
          </a:prstGeom>
          <a:solidFill>
            <a:schemeClr val="accent4">
              <a:lumMod val="75000"/>
            </a:schemeClr>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sz="1800"/>
          </a:p>
        </p:txBody>
      </p:sp>
      <p:sp>
        <p:nvSpPr>
          <p:cNvPr id="2" name="タイトル プレースホルダー 1">
            <a:extLst>
              <a:ext uri="{FF2B5EF4-FFF2-40B4-BE49-F238E27FC236}">
                <a16:creationId xmlns:a16="http://schemas.microsoft.com/office/drawing/2014/main" id="{BC7CA3AA-AE30-8396-10D0-71DEE00265BE}"/>
              </a:ext>
            </a:extLst>
          </p:cNvPr>
          <p:cNvSpPr>
            <a:spLocks noGrp="1"/>
          </p:cNvSpPr>
          <p:nvPr>
            <p:ph type="title"/>
          </p:nvPr>
        </p:nvSpPr>
        <p:spPr>
          <a:xfrm>
            <a:off x="838200" y="365127"/>
            <a:ext cx="10515600" cy="796922"/>
          </a:xfrm>
          <a:prstGeom prst="rect">
            <a:avLst/>
          </a:prstGeom>
        </p:spPr>
        <p:txBody>
          <a:bodyPr vert="horz" lIns="91440" tIns="45720" rIns="91440" bIns="45720" rtlCol="0" anchor="ctr">
            <a:normAutofit/>
          </a:bodyPr>
          <a:lstStyle/>
          <a:p>
            <a:r>
              <a:rPr kumimoji="1" lang="ja-JP" altLang="en-US" dirty="0"/>
              <a:t>マスター タイトルの書式設定</a:t>
            </a:r>
          </a:p>
        </p:txBody>
      </p:sp>
      <p:sp>
        <p:nvSpPr>
          <p:cNvPr id="3" name="テキスト プレースホルダー 2">
            <a:extLst>
              <a:ext uri="{FF2B5EF4-FFF2-40B4-BE49-F238E27FC236}">
                <a16:creationId xmlns:a16="http://schemas.microsoft.com/office/drawing/2014/main" id="{1FB39CDB-5A95-C8DF-1363-584A0521EDD4}"/>
              </a:ext>
            </a:extLst>
          </p:cNvPr>
          <p:cNvSpPr>
            <a:spLocks noGrp="1"/>
          </p:cNvSpPr>
          <p:nvPr>
            <p:ph type="body" idx="1"/>
          </p:nvPr>
        </p:nvSpPr>
        <p:spPr>
          <a:xfrm>
            <a:off x="838200" y="1341437"/>
            <a:ext cx="10515600" cy="5151436"/>
          </a:xfrm>
          <a:prstGeom prst="rect">
            <a:avLst/>
          </a:prstGeom>
        </p:spPr>
        <p:txBody>
          <a:bodyPr vert="horz" lIns="91440" tIns="45720" rIns="91440" bIns="45720" rtlCol="0">
            <a:normAutofit/>
          </a:bodyPr>
          <a:lstStyle/>
          <a:p>
            <a:pPr lvl="0"/>
            <a:r>
              <a:rPr kumimoji="1" lang="ja-JP" altLang="en-US" dirty="0"/>
              <a:t>マスター テキストの書式設定</a:t>
            </a:r>
          </a:p>
          <a:p>
            <a:pPr lvl="1"/>
            <a:r>
              <a:rPr kumimoji="1" lang="ja-JP" altLang="en-US" dirty="0"/>
              <a:t>第 </a:t>
            </a:r>
            <a:r>
              <a:rPr kumimoji="1" lang="en-US" altLang="ja-JP" dirty="0"/>
              <a:t>2 </a:t>
            </a:r>
            <a:r>
              <a:rPr kumimoji="1" lang="ja-JP" altLang="en-US" dirty="0"/>
              <a:t>レベル</a:t>
            </a:r>
          </a:p>
          <a:p>
            <a:pPr lvl="2"/>
            <a:r>
              <a:rPr kumimoji="1" lang="ja-JP" altLang="en-US" dirty="0"/>
              <a:t>第 </a:t>
            </a:r>
            <a:r>
              <a:rPr kumimoji="1" lang="en-US" altLang="ja-JP" dirty="0"/>
              <a:t>3 </a:t>
            </a:r>
            <a:r>
              <a:rPr kumimoji="1" lang="ja-JP" altLang="en-US" dirty="0"/>
              <a:t>レベル</a:t>
            </a:r>
          </a:p>
          <a:p>
            <a:pPr lvl="3"/>
            <a:r>
              <a:rPr kumimoji="1" lang="ja-JP" altLang="en-US" dirty="0"/>
              <a:t>第 </a:t>
            </a:r>
            <a:r>
              <a:rPr kumimoji="1" lang="en-US" altLang="ja-JP" dirty="0"/>
              <a:t>4 </a:t>
            </a:r>
            <a:r>
              <a:rPr kumimoji="1" lang="ja-JP" altLang="en-US" dirty="0"/>
              <a:t>レベル</a:t>
            </a:r>
          </a:p>
          <a:p>
            <a:pPr lvl="4"/>
            <a:r>
              <a:rPr kumimoji="1" lang="ja-JP" altLang="en-US" dirty="0"/>
              <a:t>第 </a:t>
            </a:r>
            <a:r>
              <a:rPr kumimoji="1" lang="en-US" altLang="ja-JP" dirty="0"/>
              <a:t>5 </a:t>
            </a:r>
            <a:r>
              <a:rPr kumimoji="1" lang="ja-JP" altLang="en-US" dirty="0"/>
              <a:t>レベル</a:t>
            </a:r>
          </a:p>
        </p:txBody>
      </p:sp>
      <p:sp>
        <p:nvSpPr>
          <p:cNvPr id="6" name="スライド番号プレースホルダー 5">
            <a:extLst>
              <a:ext uri="{FF2B5EF4-FFF2-40B4-BE49-F238E27FC236}">
                <a16:creationId xmlns:a16="http://schemas.microsoft.com/office/drawing/2014/main" id="{8422D82E-CBF5-1994-62CF-5A35BF16EAD5}"/>
              </a:ext>
            </a:extLst>
          </p:cNvPr>
          <p:cNvSpPr>
            <a:spLocks noGrp="1"/>
          </p:cNvSpPr>
          <p:nvPr>
            <p:ph type="sldNum" sz="quarter" idx="4"/>
          </p:nvPr>
        </p:nvSpPr>
        <p:spPr>
          <a:xfrm>
            <a:off x="10696581" y="8"/>
            <a:ext cx="1495425" cy="796921"/>
          </a:xfrm>
          <a:prstGeom prst="rect">
            <a:avLst/>
          </a:prstGeom>
        </p:spPr>
        <p:txBody>
          <a:bodyPr vert="horz" lIns="91440" tIns="45720" rIns="91440" bIns="45720" rtlCol="0" anchor="ctr"/>
          <a:lstStyle>
            <a:lvl1pPr algn="ctr">
              <a:defRPr sz="2400">
                <a:solidFill>
                  <a:schemeClr val="bg1"/>
                </a:solidFill>
              </a:defRPr>
            </a:lvl1pPr>
          </a:lstStyle>
          <a:p>
            <a:fld id="{36CC8B87-28FD-40C1-8BEA-A488324BDA2F}" type="slidenum">
              <a:rPr kumimoji="1" lang="ja-JP" altLang="en-US" smtClean="0"/>
              <a:t>‹#›</a:t>
            </a:fld>
            <a:endParaRPr kumimoji="1" lang="ja-JP" altLang="en-US"/>
          </a:p>
        </p:txBody>
      </p:sp>
    </p:spTree>
    <p:extLst>
      <p:ext uri="{BB962C8B-B14F-4D97-AF65-F5344CB8AC3E}">
        <p14:creationId xmlns:p14="http://schemas.microsoft.com/office/powerpoint/2010/main" val="1222065276"/>
      </p:ext>
    </p:extLst>
  </p:cSld>
  <p:clrMap bg1="lt1" tx1="dk1" bg2="lt2" tx2="dk2" accent1="accent1" accent2="accent2" accent3="accent3" accent4="accent4" accent5="accent5" accent6="accent6" hlink="hlink" folHlink="folHlink"/>
  <p:sldLayoutIdLst>
    <p:sldLayoutId id="2147483668" r:id="rId1"/>
    <p:sldLayoutId id="2147483669" r:id="rId2"/>
    <p:sldLayoutId id="2147483679" r:id="rId3"/>
    <p:sldLayoutId id="2147483680" r:id="rId4"/>
    <p:sldLayoutId id="2147483670" r:id="rId5"/>
    <p:sldLayoutId id="2147483671" r:id="rId6"/>
    <p:sldLayoutId id="2147483672" r:id="rId7"/>
    <p:sldLayoutId id="2147483675" r:id="rId8"/>
    <p:sldLayoutId id="2147483676" r:id="rId9"/>
    <p:sldLayoutId id="2147483677" r:id="rId10"/>
    <p:sldLayoutId id="2147483678" r:id="rId11"/>
    <p:sldLayoutId id="2147483681" r:id="rId12"/>
  </p:sldLayoutIdLst>
  <p:hf hdr="0" ftr="0" dt="0"/>
  <p:txStyles>
    <p:titleStyle>
      <a:lvl1pPr algn="l" defTabSz="914332" rtl="0" eaLnBrk="1" latinLnBrk="0" hangingPunct="1">
        <a:lnSpc>
          <a:spcPct val="90000"/>
        </a:lnSpc>
        <a:spcBef>
          <a:spcPct val="0"/>
        </a:spcBef>
        <a:buNone/>
        <a:defRPr kumimoji="1" sz="2800" b="1" kern="1200">
          <a:solidFill>
            <a:schemeClr val="bg1"/>
          </a:solidFill>
          <a:latin typeface="+mj-lt"/>
          <a:ea typeface="+mj-ea"/>
          <a:cs typeface="+mj-cs"/>
        </a:defRPr>
      </a:lvl1pPr>
    </p:titleStyle>
    <p:bodyStyle>
      <a:lvl1pPr marL="228584" indent="-228584" algn="l" defTabSz="914332" rtl="0" eaLnBrk="1" latinLnBrk="0" hangingPunct="1">
        <a:lnSpc>
          <a:spcPct val="90000"/>
        </a:lnSpc>
        <a:spcBef>
          <a:spcPts val="1000"/>
        </a:spcBef>
        <a:buFont typeface="Wingdings" panose="05000000000000000000" pitchFamily="2" charset="2"/>
        <a:buChar char="n"/>
        <a:defRPr kumimoji="1" sz="2400" kern="1200">
          <a:solidFill>
            <a:schemeClr val="tx1"/>
          </a:solidFill>
          <a:latin typeface="+mn-lt"/>
          <a:ea typeface="+mn-ea"/>
          <a:cs typeface="+mn-cs"/>
        </a:defRPr>
      </a:lvl1pPr>
      <a:lvl2pPr marL="685750" indent="-228584" algn="l" defTabSz="914332" rtl="0" eaLnBrk="1" latinLnBrk="0" hangingPunct="1">
        <a:lnSpc>
          <a:spcPct val="90000"/>
        </a:lnSpc>
        <a:spcBef>
          <a:spcPts val="500"/>
        </a:spcBef>
        <a:buFont typeface="游ゴシック Medium" panose="020B0500000000000000" pitchFamily="50" charset="-128"/>
        <a:buChar char="-"/>
        <a:defRPr kumimoji="1" sz="2400" kern="1200">
          <a:solidFill>
            <a:schemeClr val="tx1"/>
          </a:solidFill>
          <a:latin typeface="+mn-lt"/>
          <a:ea typeface="+mn-ea"/>
          <a:cs typeface="+mn-cs"/>
        </a:defRPr>
      </a:lvl2pPr>
      <a:lvl3pPr marL="1142914" indent="-228584" algn="l" defTabSz="914332"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080" indent="-228584" algn="l" defTabSz="914332"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247" indent="-228584" algn="l" defTabSz="914332"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412" indent="-228584" algn="l" defTabSz="914332"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578" indent="-228584" algn="l" defTabSz="914332"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8744" indent="-228584" algn="l" defTabSz="914332"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5910" indent="-228584" algn="l" defTabSz="914332"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p:bodyStyle>
    <p:otherStyle>
      <a:defPPr>
        <a:defRPr lang="ja-JP"/>
      </a:defPPr>
      <a:lvl1pPr marL="0" algn="l" defTabSz="914332" rtl="0" eaLnBrk="1" latinLnBrk="0" hangingPunct="1">
        <a:defRPr kumimoji="1" sz="1800" kern="1200">
          <a:solidFill>
            <a:schemeClr val="tx1"/>
          </a:solidFill>
          <a:latin typeface="+mn-lt"/>
          <a:ea typeface="+mn-ea"/>
          <a:cs typeface="+mn-cs"/>
        </a:defRPr>
      </a:lvl1pPr>
      <a:lvl2pPr marL="457167" algn="l" defTabSz="914332" rtl="0" eaLnBrk="1" latinLnBrk="0" hangingPunct="1">
        <a:defRPr kumimoji="1" sz="1800" kern="1200">
          <a:solidFill>
            <a:schemeClr val="tx1"/>
          </a:solidFill>
          <a:latin typeface="+mn-lt"/>
          <a:ea typeface="+mn-ea"/>
          <a:cs typeface="+mn-cs"/>
        </a:defRPr>
      </a:lvl2pPr>
      <a:lvl3pPr marL="914332" algn="l" defTabSz="914332" rtl="0" eaLnBrk="1" latinLnBrk="0" hangingPunct="1">
        <a:defRPr kumimoji="1" sz="1800" kern="1200">
          <a:solidFill>
            <a:schemeClr val="tx1"/>
          </a:solidFill>
          <a:latin typeface="+mn-lt"/>
          <a:ea typeface="+mn-ea"/>
          <a:cs typeface="+mn-cs"/>
        </a:defRPr>
      </a:lvl3pPr>
      <a:lvl4pPr marL="1371498" algn="l" defTabSz="914332" rtl="0" eaLnBrk="1" latinLnBrk="0" hangingPunct="1">
        <a:defRPr kumimoji="1" sz="1800" kern="1200">
          <a:solidFill>
            <a:schemeClr val="tx1"/>
          </a:solidFill>
          <a:latin typeface="+mn-lt"/>
          <a:ea typeface="+mn-ea"/>
          <a:cs typeface="+mn-cs"/>
        </a:defRPr>
      </a:lvl4pPr>
      <a:lvl5pPr marL="1828664" algn="l" defTabSz="914332" rtl="0" eaLnBrk="1" latinLnBrk="0" hangingPunct="1">
        <a:defRPr kumimoji="1" sz="1800" kern="1200">
          <a:solidFill>
            <a:schemeClr val="tx1"/>
          </a:solidFill>
          <a:latin typeface="+mn-lt"/>
          <a:ea typeface="+mn-ea"/>
          <a:cs typeface="+mn-cs"/>
        </a:defRPr>
      </a:lvl5pPr>
      <a:lvl6pPr marL="2285830" algn="l" defTabSz="914332" rtl="0" eaLnBrk="1" latinLnBrk="0" hangingPunct="1">
        <a:defRPr kumimoji="1" sz="1800" kern="1200">
          <a:solidFill>
            <a:schemeClr val="tx1"/>
          </a:solidFill>
          <a:latin typeface="+mn-lt"/>
          <a:ea typeface="+mn-ea"/>
          <a:cs typeface="+mn-cs"/>
        </a:defRPr>
      </a:lvl6pPr>
      <a:lvl7pPr marL="2742994" algn="l" defTabSz="914332" rtl="0" eaLnBrk="1" latinLnBrk="0" hangingPunct="1">
        <a:defRPr kumimoji="1" sz="1800" kern="1200">
          <a:solidFill>
            <a:schemeClr val="tx1"/>
          </a:solidFill>
          <a:latin typeface="+mn-lt"/>
          <a:ea typeface="+mn-ea"/>
          <a:cs typeface="+mn-cs"/>
        </a:defRPr>
      </a:lvl7pPr>
      <a:lvl8pPr marL="3200160" algn="l" defTabSz="914332" rtl="0" eaLnBrk="1" latinLnBrk="0" hangingPunct="1">
        <a:defRPr kumimoji="1" sz="1800" kern="1200">
          <a:solidFill>
            <a:schemeClr val="tx1"/>
          </a:solidFill>
          <a:latin typeface="+mn-lt"/>
          <a:ea typeface="+mn-ea"/>
          <a:cs typeface="+mn-cs"/>
        </a:defRPr>
      </a:lvl8pPr>
      <a:lvl9pPr marL="3657327" algn="l" defTabSz="914332" rtl="0" eaLnBrk="1" latinLnBrk="0" hangingPunct="1">
        <a:defRPr kumimoji="1" sz="1800" kern="1200">
          <a:solidFill>
            <a:schemeClr val="tx1"/>
          </a:solidFill>
          <a:latin typeface="+mn-lt"/>
          <a:ea typeface="+mn-ea"/>
          <a:cs typeface="+mn-cs"/>
        </a:defRPr>
      </a:lvl9pPr>
    </p:otherStyle>
  </p:txStyles>
  <p:extLst>
    <p:ext uri="{27BBF7A9-308A-43DC-89C8-2F10F3537804}">
      <p15:sldGuideLst xmlns:p15="http://schemas.microsoft.com/office/powerpoint/2012/main">
        <p15:guide id="1" pos="529" userDrawn="1">
          <p15:clr>
            <a:srgbClr val="F26B43"/>
          </p15:clr>
        </p15:guide>
        <p15:guide id="2" orient="horz" pos="845" userDrawn="1">
          <p15:clr>
            <a:srgbClr val="F26B43"/>
          </p15:clr>
        </p15:guide>
        <p15:guide id="3" orient="horz" pos="731" userDrawn="1">
          <p15:clr>
            <a:srgbClr val="F26B43"/>
          </p15:clr>
        </p15:guide>
        <p15:guide id="4" orient="horz" pos="4088"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9.xml"/></Relationships>
</file>

<file path=ppt/slides/_rels/slide3.xml.rels><?xml version="1.0" encoding="UTF-8" standalone="yes"?>
<Relationships xmlns="http://schemas.openxmlformats.org/package/2006/relationships"><Relationship Id="rId3" Type="http://schemas.openxmlformats.org/officeDocument/2006/relationships/image" Target="../media/image2.png"/><Relationship Id="rId2" Type="http://schemas.openxmlformats.org/officeDocument/2006/relationships/image" Target="../media/image1.png"/><Relationship Id="rId1" Type="http://schemas.openxmlformats.org/officeDocument/2006/relationships/slideLayout" Target="../slideLayouts/slideLayout8.xml"/><Relationship Id="rId4" Type="http://schemas.openxmlformats.org/officeDocument/2006/relationships/image" Target="../media/image3.png"/></Relationships>
</file>

<file path=ppt/slides/_rels/slide4.xml.rels><?xml version="1.0" encoding="UTF-8" standalone="yes"?>
<Relationships xmlns="http://schemas.openxmlformats.org/package/2006/relationships"><Relationship Id="rId3" Type="http://schemas.openxmlformats.org/officeDocument/2006/relationships/image" Target="../media/image4.jpg"/><Relationship Id="rId2" Type="http://schemas.openxmlformats.org/officeDocument/2006/relationships/notesSlide" Target="../notesSlides/notesSlide1.xml"/><Relationship Id="rId1" Type="http://schemas.openxmlformats.org/officeDocument/2006/relationships/slideLayout" Target="../slideLayouts/slideLayout12.xml"/></Relationships>
</file>

<file path=ppt/slides/_rels/slide5.xml.rels><?xml version="1.0" encoding="UTF-8" standalone="yes"?>
<Relationships xmlns="http://schemas.openxmlformats.org/package/2006/relationships"><Relationship Id="rId2" Type="http://schemas.openxmlformats.org/officeDocument/2006/relationships/image" Target="../media/image5.jpg"/><Relationship Id="rId1" Type="http://schemas.openxmlformats.org/officeDocument/2006/relationships/slideLayout" Target="../slideLayouts/slideLayout8.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8.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8.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8.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8.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8.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8.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8.xml"/></Relationships>
</file>

<file path=ppt/slides/_rels/slide17.xml.rels><?xml version="1.0" encoding="UTF-8" standalone="yes"?>
<Relationships xmlns="http://schemas.openxmlformats.org/package/2006/relationships"><Relationship Id="rId3" Type="http://schemas.openxmlformats.org/officeDocument/2006/relationships/image" Target="../media/image6.png"/><Relationship Id="rId2" Type="http://schemas.microsoft.com/office/2018/10/relationships/comments" Target="../comments/modernComment_13E_45756C65.xml"/><Relationship Id="rId1" Type="http://schemas.openxmlformats.org/officeDocument/2006/relationships/slideLayout" Target="../slideLayouts/slideLayout8.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2877B383-9004-7AE7-00A7-FB4930802D4C}"/>
              </a:ext>
            </a:extLst>
          </p:cNvPr>
          <p:cNvSpPr>
            <a:spLocks noGrp="1"/>
          </p:cNvSpPr>
          <p:nvPr>
            <p:ph type="ctrTitle"/>
          </p:nvPr>
        </p:nvSpPr>
        <p:spPr>
          <a:xfrm>
            <a:off x="1524000" y="1999403"/>
            <a:ext cx="9144000" cy="2440047"/>
          </a:xfrm>
        </p:spPr>
        <p:txBody>
          <a:bodyPr>
            <a:normAutofit fontScale="90000"/>
          </a:bodyPr>
          <a:lstStyle/>
          <a:p>
            <a:r>
              <a:rPr kumimoji="1" lang="en-US" altLang="ja-JP" dirty="0"/>
              <a:t>4</a:t>
            </a:r>
            <a:r>
              <a:rPr kumimoji="1" lang="ja-JP" altLang="en-US" dirty="0"/>
              <a:t>つの魚眼カメラにより</a:t>
            </a:r>
            <a:br>
              <a:rPr kumimoji="1" lang="en-US" altLang="ja-JP" dirty="0"/>
            </a:br>
            <a:r>
              <a:rPr kumimoji="1" lang="ja-JP" altLang="en-US" dirty="0"/>
              <a:t>生成したパノラマ深さ画像</a:t>
            </a:r>
            <a:br>
              <a:rPr kumimoji="1" lang="en-US" altLang="ja-JP" dirty="0"/>
            </a:br>
            <a:r>
              <a:rPr kumimoji="1" lang="ja-JP" altLang="en-US" dirty="0"/>
              <a:t>による</a:t>
            </a:r>
            <a:r>
              <a:rPr kumimoji="1" lang="en-US" altLang="ja-JP" dirty="0"/>
              <a:t>SLAM</a:t>
            </a:r>
            <a:endParaRPr kumimoji="1" lang="ja-JP" altLang="en-US" dirty="0"/>
          </a:p>
        </p:txBody>
      </p:sp>
      <p:sp>
        <p:nvSpPr>
          <p:cNvPr id="3" name="字幕 2">
            <a:extLst>
              <a:ext uri="{FF2B5EF4-FFF2-40B4-BE49-F238E27FC236}">
                <a16:creationId xmlns:a16="http://schemas.microsoft.com/office/drawing/2014/main" id="{ACB9C372-3185-6ED5-47D7-CB9ECA009837}"/>
              </a:ext>
            </a:extLst>
          </p:cNvPr>
          <p:cNvSpPr>
            <a:spLocks noGrp="1"/>
          </p:cNvSpPr>
          <p:nvPr>
            <p:ph type="subTitle" idx="1"/>
          </p:nvPr>
        </p:nvSpPr>
        <p:spPr>
          <a:xfrm>
            <a:off x="4529349" y="4881228"/>
            <a:ext cx="3270351" cy="1152525"/>
          </a:xfrm>
        </p:spPr>
        <p:txBody>
          <a:bodyPr>
            <a:normAutofit fontScale="92500" lnSpcReduction="10000"/>
          </a:bodyPr>
          <a:lstStyle/>
          <a:p>
            <a:pPr algn="l"/>
            <a:r>
              <a:rPr kumimoji="1" lang="ja-JP" altLang="en-US" dirty="0"/>
              <a:t>システム制御工学研究室</a:t>
            </a:r>
            <a:endParaRPr kumimoji="1" lang="en-US" altLang="ja-JP" dirty="0"/>
          </a:p>
          <a:p>
            <a:pPr algn="l"/>
            <a:r>
              <a:rPr lang="ja-JP" altLang="en-US" dirty="0"/>
              <a:t>学生氏名 髙岸 司</a:t>
            </a:r>
            <a:endParaRPr lang="en-US" altLang="ja-JP" dirty="0"/>
          </a:p>
          <a:p>
            <a:pPr algn="l"/>
            <a:r>
              <a:rPr lang="ja-JP" altLang="en-US" dirty="0"/>
              <a:t>指導教員 本仲君子</a:t>
            </a:r>
          </a:p>
          <a:p>
            <a:pPr algn="l"/>
            <a:endParaRPr lang="en-US" altLang="ja-JP" dirty="0"/>
          </a:p>
        </p:txBody>
      </p:sp>
    </p:spTree>
    <p:extLst>
      <p:ext uri="{BB962C8B-B14F-4D97-AF65-F5344CB8AC3E}">
        <p14:creationId xmlns:p14="http://schemas.microsoft.com/office/powerpoint/2010/main" val="135441611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6" name="タイトル 5">
            <a:extLst>
              <a:ext uri="{FF2B5EF4-FFF2-40B4-BE49-F238E27FC236}">
                <a16:creationId xmlns:a16="http://schemas.microsoft.com/office/drawing/2014/main" id="{4E2EB617-EF81-E226-2D3D-3F6F3FDF879C}"/>
              </a:ext>
            </a:extLst>
          </p:cNvPr>
          <p:cNvSpPr>
            <a:spLocks noGrp="1"/>
          </p:cNvSpPr>
          <p:nvPr>
            <p:ph type="title"/>
          </p:nvPr>
        </p:nvSpPr>
        <p:spPr/>
        <p:txBody>
          <a:bodyPr/>
          <a:lstStyle/>
          <a:p>
            <a:r>
              <a:rPr lang="ja-JP" altLang="en-US" dirty="0"/>
              <a:t>背景と目的</a:t>
            </a:r>
          </a:p>
        </p:txBody>
      </p:sp>
      <p:sp>
        <p:nvSpPr>
          <p:cNvPr id="7" name="コンテンツ プレースホルダー 6">
            <a:extLst>
              <a:ext uri="{FF2B5EF4-FFF2-40B4-BE49-F238E27FC236}">
                <a16:creationId xmlns:a16="http://schemas.microsoft.com/office/drawing/2014/main" id="{A4319E73-C118-61D0-A311-6591E0FB7D79}"/>
              </a:ext>
            </a:extLst>
          </p:cNvPr>
          <p:cNvSpPr>
            <a:spLocks noGrp="1"/>
          </p:cNvSpPr>
          <p:nvPr>
            <p:ph idx="1"/>
          </p:nvPr>
        </p:nvSpPr>
        <p:spPr>
          <a:xfrm>
            <a:off x="838200" y="1341441"/>
            <a:ext cx="10515600" cy="4909239"/>
          </a:xfrm>
        </p:spPr>
        <p:txBody>
          <a:bodyPr>
            <a:normAutofit/>
          </a:bodyPr>
          <a:lstStyle/>
          <a:p>
            <a:pPr>
              <a:lnSpc>
                <a:spcPct val="250000"/>
              </a:lnSpc>
            </a:pPr>
            <a:r>
              <a:rPr lang="en-US" altLang="ja-JP" sz="2800" dirty="0"/>
              <a:t>SLAM</a:t>
            </a:r>
            <a:r>
              <a:rPr lang="ja-JP" altLang="en-US" sz="2800" dirty="0"/>
              <a:t>（</a:t>
            </a:r>
            <a:r>
              <a:rPr lang="en-US" altLang="ja-JP" sz="2800" dirty="0"/>
              <a:t>Simultaneous Localization and Mapping</a:t>
            </a:r>
            <a:r>
              <a:rPr lang="ja-JP" altLang="en-US" sz="2800" dirty="0"/>
              <a:t>） </a:t>
            </a:r>
            <a:endParaRPr lang="en-US" altLang="ja-JP" sz="2800" dirty="0"/>
          </a:p>
          <a:p>
            <a:pPr lvl="1">
              <a:lnSpc>
                <a:spcPct val="250000"/>
              </a:lnSpc>
            </a:pPr>
            <a:r>
              <a:rPr lang="ja-JP" altLang="en-US" dirty="0"/>
              <a:t>未知環境で自律移動ロボットなどが自己位置と地図を同時に行う技術</a:t>
            </a:r>
            <a:endParaRPr lang="en-US" altLang="ja-JP" dirty="0"/>
          </a:p>
          <a:p>
            <a:pPr lvl="1">
              <a:lnSpc>
                <a:spcPct val="250000"/>
              </a:lnSpc>
            </a:pPr>
            <a:r>
              <a:rPr lang="ja-JP" altLang="en-US" dirty="0"/>
              <a:t>近年では自動運転や</a:t>
            </a:r>
            <a:r>
              <a:rPr lang="en-US" altLang="ja-JP" dirty="0"/>
              <a:t>XR/AR</a:t>
            </a:r>
            <a:r>
              <a:rPr lang="ja-JP" altLang="en-US" dirty="0"/>
              <a:t>にも用いられている</a:t>
            </a:r>
            <a:endParaRPr lang="en-US" altLang="ja-JP" dirty="0"/>
          </a:p>
          <a:p>
            <a:pPr lvl="1">
              <a:lnSpc>
                <a:spcPct val="250000"/>
              </a:lnSpc>
            </a:pPr>
            <a:r>
              <a:rPr lang="ja-JP" altLang="en-US" dirty="0"/>
              <a:t>精度の高い従来の方法では設置場所が限られ高価である</a:t>
            </a:r>
            <a:endParaRPr lang="en-US" altLang="ja-JP" dirty="0"/>
          </a:p>
          <a:p>
            <a:pPr>
              <a:lnSpc>
                <a:spcPct val="250000"/>
              </a:lnSpc>
            </a:pPr>
            <a:endParaRPr lang="en-US" altLang="ja-JP" dirty="0"/>
          </a:p>
        </p:txBody>
      </p:sp>
      <p:sp>
        <p:nvSpPr>
          <p:cNvPr id="8" name="スライド番号プレースホルダー 7">
            <a:extLst>
              <a:ext uri="{FF2B5EF4-FFF2-40B4-BE49-F238E27FC236}">
                <a16:creationId xmlns:a16="http://schemas.microsoft.com/office/drawing/2014/main" id="{9DFA434C-B696-E0CD-9474-6FE070E779D8}"/>
              </a:ext>
            </a:extLst>
          </p:cNvPr>
          <p:cNvSpPr>
            <a:spLocks noGrp="1"/>
          </p:cNvSpPr>
          <p:nvPr>
            <p:ph type="sldNum" sz="quarter" idx="12"/>
          </p:nvPr>
        </p:nvSpPr>
        <p:spPr/>
        <p:txBody>
          <a:bodyPr/>
          <a:lstStyle/>
          <a:p>
            <a:fld id="{36CC8B87-28FD-40C1-8BEA-A488324BDA2F}" type="slidenum">
              <a:rPr kumimoji="1" lang="ja-JP" altLang="en-US" smtClean="0"/>
              <a:t>2</a:t>
            </a:fld>
            <a:endParaRPr kumimoji="1" lang="ja-JP" altLang="en-US" dirty="0"/>
          </a:p>
        </p:txBody>
      </p:sp>
    </p:spTree>
    <p:extLst>
      <p:ext uri="{BB962C8B-B14F-4D97-AF65-F5344CB8AC3E}">
        <p14:creationId xmlns:p14="http://schemas.microsoft.com/office/powerpoint/2010/main" val="62677798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01095561-6141-9871-DA03-2A524883B14A}"/>
              </a:ext>
            </a:extLst>
          </p:cNvPr>
          <p:cNvSpPr>
            <a:spLocks noGrp="1"/>
          </p:cNvSpPr>
          <p:nvPr>
            <p:ph type="title"/>
          </p:nvPr>
        </p:nvSpPr>
        <p:spPr/>
        <p:txBody>
          <a:bodyPr/>
          <a:lstStyle/>
          <a:p>
            <a:r>
              <a:rPr kumimoji="1" lang="en-US" altLang="ja-JP" dirty="0"/>
              <a:t>SLAM</a:t>
            </a:r>
            <a:r>
              <a:rPr lang="ja-JP" altLang="en-US" dirty="0"/>
              <a:t>の構成要素</a:t>
            </a:r>
            <a:endParaRPr kumimoji="1" lang="ja-JP" altLang="en-US" dirty="0"/>
          </a:p>
        </p:txBody>
      </p:sp>
      <p:sp>
        <p:nvSpPr>
          <p:cNvPr id="3" name="コンテンツ プレースホルダー 2">
            <a:extLst>
              <a:ext uri="{FF2B5EF4-FFF2-40B4-BE49-F238E27FC236}">
                <a16:creationId xmlns:a16="http://schemas.microsoft.com/office/drawing/2014/main" id="{C0AF161B-55AE-B131-5D26-B8B97ECBFF29}"/>
              </a:ext>
            </a:extLst>
          </p:cNvPr>
          <p:cNvSpPr>
            <a:spLocks noGrp="1"/>
          </p:cNvSpPr>
          <p:nvPr>
            <p:ph idx="1"/>
          </p:nvPr>
        </p:nvSpPr>
        <p:spPr>
          <a:xfrm>
            <a:off x="851849" y="1341439"/>
            <a:ext cx="3351663" cy="5151436"/>
          </a:xfrm>
        </p:spPr>
        <p:txBody>
          <a:bodyPr/>
          <a:lstStyle/>
          <a:p>
            <a:r>
              <a:rPr lang="ja-JP" altLang="en-US" b="1" dirty="0"/>
              <a:t>センサで観測</a:t>
            </a:r>
            <a:endParaRPr lang="en-US" altLang="ja-JP" b="1" dirty="0"/>
          </a:p>
          <a:p>
            <a:pPr marL="457167" lvl="1" indent="0">
              <a:buNone/>
            </a:pPr>
            <a:r>
              <a:rPr lang="ja-JP" altLang="en-US" dirty="0"/>
              <a:t>周囲の環境を</a:t>
            </a:r>
            <a:br>
              <a:rPr lang="en-US" altLang="ja-JP" dirty="0"/>
            </a:br>
            <a:r>
              <a:rPr lang="ja-JP" altLang="en-US" dirty="0"/>
              <a:t>把握する</a:t>
            </a:r>
            <a:endParaRPr lang="en-US" altLang="ja-JP" dirty="0"/>
          </a:p>
          <a:p>
            <a:pPr lvl="1"/>
            <a:endParaRPr lang="en-US" altLang="ja-JP" dirty="0"/>
          </a:p>
        </p:txBody>
      </p:sp>
      <p:sp>
        <p:nvSpPr>
          <p:cNvPr id="4" name="スライド番号プレースホルダー 3">
            <a:extLst>
              <a:ext uri="{FF2B5EF4-FFF2-40B4-BE49-F238E27FC236}">
                <a16:creationId xmlns:a16="http://schemas.microsoft.com/office/drawing/2014/main" id="{1E596246-4994-E686-DC23-C70B62969E57}"/>
              </a:ext>
            </a:extLst>
          </p:cNvPr>
          <p:cNvSpPr>
            <a:spLocks noGrp="1"/>
          </p:cNvSpPr>
          <p:nvPr>
            <p:ph type="sldNum" sz="quarter" idx="12"/>
          </p:nvPr>
        </p:nvSpPr>
        <p:spPr/>
        <p:txBody>
          <a:bodyPr/>
          <a:lstStyle/>
          <a:p>
            <a:fld id="{36CC8B87-28FD-40C1-8BEA-A488324BDA2F}" type="slidenum">
              <a:rPr kumimoji="1" lang="ja-JP" altLang="en-US" smtClean="0"/>
              <a:t>3</a:t>
            </a:fld>
            <a:endParaRPr kumimoji="1" lang="ja-JP" altLang="en-US" dirty="0"/>
          </a:p>
        </p:txBody>
      </p:sp>
      <p:sp>
        <p:nvSpPr>
          <p:cNvPr id="7" name="コンテンツ プレースホルダー 2">
            <a:extLst>
              <a:ext uri="{FF2B5EF4-FFF2-40B4-BE49-F238E27FC236}">
                <a16:creationId xmlns:a16="http://schemas.microsoft.com/office/drawing/2014/main" id="{BB325A85-B012-14D1-80C5-2CD06730BA5B}"/>
              </a:ext>
            </a:extLst>
          </p:cNvPr>
          <p:cNvSpPr txBox="1">
            <a:spLocks/>
          </p:cNvSpPr>
          <p:nvPr/>
        </p:nvSpPr>
        <p:spPr>
          <a:xfrm>
            <a:off x="4472241" y="1338267"/>
            <a:ext cx="3351663" cy="515143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Wingdings" panose="05000000000000000000" pitchFamily="2" charset="2"/>
              <a:buChar char="n"/>
              <a:defRPr kumimoji="1" sz="2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游ゴシック Medium" panose="020B0500000000000000" pitchFamily="50" charset="-128"/>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b="1" dirty="0"/>
              <a:t>地図の作成</a:t>
            </a:r>
            <a:endParaRPr lang="en-US" altLang="ja-JP" b="1" dirty="0"/>
          </a:p>
          <a:p>
            <a:pPr marL="457167" lvl="1" indent="0">
              <a:buNone/>
            </a:pPr>
            <a:r>
              <a:rPr lang="ja-JP" altLang="en-US" dirty="0"/>
              <a:t>情報を蓄積して</a:t>
            </a:r>
            <a:br>
              <a:rPr lang="en-US" altLang="ja-JP" dirty="0"/>
            </a:br>
            <a:r>
              <a:rPr lang="ja-JP" altLang="en-US" dirty="0"/>
              <a:t>整理する</a:t>
            </a:r>
            <a:endParaRPr lang="en-US" altLang="ja-JP" dirty="0"/>
          </a:p>
        </p:txBody>
      </p:sp>
      <p:sp>
        <p:nvSpPr>
          <p:cNvPr id="8" name="コンテンツ プレースホルダー 2">
            <a:extLst>
              <a:ext uri="{FF2B5EF4-FFF2-40B4-BE49-F238E27FC236}">
                <a16:creationId xmlns:a16="http://schemas.microsoft.com/office/drawing/2014/main" id="{392D1F7D-0D2F-121B-B950-C72A39F58C03}"/>
              </a:ext>
            </a:extLst>
          </p:cNvPr>
          <p:cNvSpPr txBox="1">
            <a:spLocks/>
          </p:cNvSpPr>
          <p:nvPr/>
        </p:nvSpPr>
        <p:spPr>
          <a:xfrm>
            <a:off x="8092630" y="1355871"/>
            <a:ext cx="3351663" cy="5151436"/>
          </a:xfrm>
          <a:prstGeom prst="rect">
            <a:avLst/>
          </a:prstGeom>
        </p:spPr>
        <p:txBody>
          <a:bodyPr vert="horz" lIns="91440" tIns="45720" rIns="91440" bIns="45720" rtlCol="0">
            <a:normAutofit/>
          </a:bodyPr>
          <a:lstStyle>
            <a:lvl1pPr marL="228600" indent="-228600" algn="l" defTabSz="914400" rtl="0" eaLnBrk="1" latinLnBrk="0" hangingPunct="1">
              <a:lnSpc>
                <a:spcPct val="90000"/>
              </a:lnSpc>
              <a:spcBef>
                <a:spcPts val="1000"/>
              </a:spcBef>
              <a:buFont typeface="Wingdings" panose="05000000000000000000" pitchFamily="2" charset="2"/>
              <a:buChar char="n"/>
              <a:defRPr kumimoji="1" sz="26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游ゴシック Medium" panose="020B0500000000000000" pitchFamily="50" charset="-128"/>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r>
              <a:rPr lang="ja-JP" altLang="en-US" b="1" dirty="0"/>
              <a:t>自己位置推定</a:t>
            </a:r>
            <a:endParaRPr lang="en-US" altLang="ja-JP" b="1" dirty="0"/>
          </a:p>
          <a:p>
            <a:pPr marL="457167" lvl="1" indent="0">
              <a:buNone/>
            </a:pPr>
            <a:r>
              <a:rPr lang="ja-JP" altLang="en-US" dirty="0"/>
              <a:t>自分が地図のどこにいるか考える</a:t>
            </a:r>
            <a:endParaRPr lang="en-US" altLang="ja-JP" dirty="0"/>
          </a:p>
        </p:txBody>
      </p:sp>
      <p:pic>
        <p:nvPicPr>
          <p:cNvPr id="10" name="図 9" descr="時計, 部屋 が含まれている画像&#10;&#10;AI によって生成されたコンテンツは間違っている可能性があります。">
            <a:extLst>
              <a:ext uri="{FF2B5EF4-FFF2-40B4-BE49-F238E27FC236}">
                <a16:creationId xmlns:a16="http://schemas.microsoft.com/office/drawing/2014/main" id="{C6A3346A-E407-03AB-66BA-44F6033C3426}"/>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894823" y="3181019"/>
            <a:ext cx="3308684" cy="3308684"/>
          </a:xfrm>
          <a:prstGeom prst="rect">
            <a:avLst/>
          </a:prstGeom>
        </p:spPr>
      </p:pic>
      <p:pic>
        <p:nvPicPr>
          <p:cNvPr id="14" name="図 13" descr="おもちゃ, レゴ が含まれている画像&#10;&#10;AI によって生成されたコンテンツは間違っている可能性があります。">
            <a:extLst>
              <a:ext uri="{FF2B5EF4-FFF2-40B4-BE49-F238E27FC236}">
                <a16:creationId xmlns:a16="http://schemas.microsoft.com/office/drawing/2014/main" id="{EAE4A71C-B44C-AB58-4BC3-A41CDD0E56D6}"/>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4472233" y="3329465"/>
            <a:ext cx="3177843" cy="3177843"/>
          </a:xfrm>
          <a:prstGeom prst="rect">
            <a:avLst/>
          </a:prstGeom>
        </p:spPr>
      </p:pic>
      <p:pic>
        <p:nvPicPr>
          <p:cNvPr id="17" name="図 16" descr="テーブル が含まれている画像&#10;&#10;AI によって生成されたコンテンツは間違っている可能性があります。">
            <a:extLst>
              <a:ext uri="{FF2B5EF4-FFF2-40B4-BE49-F238E27FC236}">
                <a16:creationId xmlns:a16="http://schemas.microsoft.com/office/drawing/2014/main" id="{00D0A744-0870-0293-AF41-1AC4FE09CBBD}"/>
              </a:ext>
            </a:extLst>
          </p:cNvPr>
          <p:cNvPicPr>
            <a:picLocks noChangeAspect="1"/>
          </p:cNvPicPr>
          <p:nvPr/>
        </p:nvPicPr>
        <p:blipFill>
          <a:blip r:embed="rId4">
            <a:extLst>
              <a:ext uri="{28A0092B-C50C-407E-A947-70E740481C1C}">
                <a14:useLocalDpi xmlns:a14="http://schemas.microsoft.com/office/drawing/2010/main" val="0"/>
              </a:ext>
            </a:extLst>
          </a:blip>
          <a:srcRect b="20335"/>
          <a:stretch/>
        </p:blipFill>
        <p:spPr>
          <a:xfrm>
            <a:off x="8266445" y="3429001"/>
            <a:ext cx="3311667" cy="2806643"/>
          </a:xfrm>
          <a:prstGeom prst="rect">
            <a:avLst/>
          </a:prstGeom>
        </p:spPr>
      </p:pic>
    </p:spTree>
    <p:extLst>
      <p:ext uri="{BB962C8B-B14F-4D97-AF65-F5344CB8AC3E}">
        <p14:creationId xmlns:p14="http://schemas.microsoft.com/office/powerpoint/2010/main" val="169014969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par>
                                <p:cTn id="7" presetID="1" presetClass="entr" presetSubtype="0" fill="hold"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par>
                    <p:cTn id="9" fill="hold">
                      <p:stCondLst>
                        <p:cond delay="indefinite"/>
                      </p:stCondLst>
                      <p:childTnLst>
                        <p:par>
                          <p:cTn id="10" fill="hold">
                            <p:stCondLst>
                              <p:cond delay="0"/>
                            </p:stCondLst>
                            <p:childTnLst>
                              <p:par>
                                <p:cTn id="11" presetID="1" presetClass="entr" presetSubtype="0" fill="hold" nodeType="clickEffect">
                                  <p:stCondLst>
                                    <p:cond delay="0"/>
                                  </p:stCondLst>
                                  <p:childTnLst>
                                    <p:set>
                                      <p:cBhvr>
                                        <p:cTn id="12" dur="1" fill="hold">
                                          <p:stCondLst>
                                            <p:cond delay="0"/>
                                          </p:stCondLst>
                                        </p:cTn>
                                        <p:tgtEl>
                                          <p:spTgt spid="7">
                                            <p:txEl>
                                              <p:pRg st="1" end="1"/>
                                            </p:txEl>
                                          </p:spTgt>
                                        </p:tgtEl>
                                        <p:attrNameLst>
                                          <p:attrName>style.visibility</p:attrName>
                                        </p:attrNameLst>
                                      </p:cBhvr>
                                      <p:to>
                                        <p:strVal val="visible"/>
                                      </p:to>
                                    </p:set>
                                  </p:childTnLst>
                                </p:cTn>
                              </p:par>
                              <p:par>
                                <p:cTn id="13" presetID="1" presetClass="entr" presetSubtype="0" fill="hold" nodeType="withEffect">
                                  <p:stCondLst>
                                    <p:cond delay="0"/>
                                  </p:stCondLst>
                                  <p:childTnLst>
                                    <p:set>
                                      <p:cBhvr>
                                        <p:cTn id="14" dur="1" fill="hold">
                                          <p:stCondLst>
                                            <p:cond delay="0"/>
                                          </p:stCondLst>
                                        </p:cTn>
                                        <p:tgtEl>
                                          <p:spTgt spid="14"/>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8">
                                            <p:txEl>
                                              <p:pRg st="1" end="1"/>
                                            </p:txEl>
                                          </p:spTgt>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1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A922B900-8E66-B591-404D-8A007B32A3E1}"/>
              </a:ext>
            </a:extLst>
          </p:cNvPr>
          <p:cNvSpPr>
            <a:spLocks noGrp="1"/>
          </p:cNvSpPr>
          <p:nvPr>
            <p:ph type="title"/>
          </p:nvPr>
        </p:nvSpPr>
        <p:spPr>
          <a:xfrm>
            <a:off x="838200" y="365132"/>
            <a:ext cx="10515600" cy="795337"/>
          </a:xfrm>
        </p:spPr>
        <p:txBody>
          <a:bodyPr anchor="ctr">
            <a:normAutofit/>
          </a:bodyPr>
          <a:lstStyle/>
          <a:p>
            <a:r>
              <a:rPr kumimoji="1" lang="ja-JP" altLang="en-US" dirty="0"/>
              <a:t>従来の</a:t>
            </a:r>
            <a:r>
              <a:rPr lang="ja-JP" altLang="en-US" dirty="0"/>
              <a:t>問題と目的</a:t>
            </a:r>
            <a:endParaRPr kumimoji="1" lang="ja-JP" altLang="en-US" dirty="0"/>
          </a:p>
        </p:txBody>
      </p:sp>
      <p:sp>
        <p:nvSpPr>
          <p:cNvPr id="3" name="コンテンツ プレースホルダー 2">
            <a:extLst>
              <a:ext uri="{FF2B5EF4-FFF2-40B4-BE49-F238E27FC236}">
                <a16:creationId xmlns:a16="http://schemas.microsoft.com/office/drawing/2014/main" id="{1EF76C7E-D494-02B4-5ED1-E42FD6F90805}"/>
              </a:ext>
            </a:extLst>
          </p:cNvPr>
          <p:cNvSpPr>
            <a:spLocks noGrp="1"/>
          </p:cNvSpPr>
          <p:nvPr>
            <p:ph sz="half" idx="1"/>
          </p:nvPr>
        </p:nvSpPr>
        <p:spPr>
          <a:xfrm>
            <a:off x="838204" y="1341437"/>
            <a:ext cx="5983705" cy="4354523"/>
          </a:xfrm>
        </p:spPr>
        <p:txBody>
          <a:bodyPr>
            <a:normAutofit lnSpcReduction="10000"/>
          </a:bodyPr>
          <a:lstStyle/>
          <a:p>
            <a:pPr>
              <a:lnSpc>
                <a:spcPct val="120000"/>
              </a:lnSpc>
            </a:pPr>
            <a:r>
              <a:rPr lang="ja-JP" altLang="en-US" dirty="0"/>
              <a:t>従来の</a:t>
            </a:r>
            <a:r>
              <a:rPr lang="en-US" altLang="ja-JP" dirty="0"/>
              <a:t>SLAM</a:t>
            </a:r>
            <a:r>
              <a:rPr lang="ja-JP" altLang="en-US" dirty="0"/>
              <a:t>のセンサの手法</a:t>
            </a:r>
            <a:endParaRPr lang="en-US" altLang="ja-JP" dirty="0"/>
          </a:p>
          <a:p>
            <a:pPr lvl="1">
              <a:lnSpc>
                <a:spcPct val="120000"/>
              </a:lnSpc>
            </a:pPr>
            <a:r>
              <a:rPr lang="en-US" altLang="ja-JP" dirty="0"/>
              <a:t>LiDAR-SLAM</a:t>
            </a:r>
          </a:p>
          <a:p>
            <a:pPr lvl="2">
              <a:lnSpc>
                <a:spcPct val="120000"/>
              </a:lnSpc>
            </a:pPr>
            <a:r>
              <a:rPr lang="ja-JP" altLang="en-US" sz="2400" dirty="0"/>
              <a:t>〇高精度な距離計測が可能</a:t>
            </a:r>
            <a:endParaRPr lang="en-US" altLang="ja-JP" sz="2400" dirty="0"/>
          </a:p>
          <a:p>
            <a:pPr lvl="2">
              <a:lnSpc>
                <a:spcPct val="120000"/>
              </a:lnSpc>
            </a:pPr>
            <a:r>
              <a:rPr lang="en-US" altLang="ja-JP" sz="2400" dirty="0"/>
              <a:t>×</a:t>
            </a:r>
            <a:r>
              <a:rPr lang="ja-JP" altLang="en-US" sz="2400" dirty="0"/>
              <a:t>装置が高価・重量・消費電力が</a:t>
            </a:r>
            <a:br>
              <a:rPr lang="en-US" altLang="ja-JP" sz="2400" dirty="0"/>
            </a:br>
            <a:r>
              <a:rPr lang="ja-JP" altLang="en-US" sz="2400" dirty="0"/>
              <a:t>    大きい</a:t>
            </a:r>
            <a:endParaRPr lang="en-US" altLang="ja-JP" sz="2400" dirty="0"/>
          </a:p>
          <a:p>
            <a:pPr lvl="1">
              <a:lnSpc>
                <a:spcPct val="120000"/>
              </a:lnSpc>
            </a:pPr>
            <a:r>
              <a:rPr lang="ja-JP" altLang="en-US" b="1" dirty="0"/>
              <a:t>単眼</a:t>
            </a:r>
            <a:r>
              <a:rPr lang="en-US" altLang="ja-JP" b="1" dirty="0"/>
              <a:t>/</a:t>
            </a:r>
            <a:r>
              <a:rPr lang="ja-JP" altLang="en-US" b="1" dirty="0"/>
              <a:t>ステレオカメラ</a:t>
            </a:r>
            <a:r>
              <a:rPr lang="en-US" altLang="ja-JP" b="1" dirty="0"/>
              <a:t>SLAM</a:t>
            </a:r>
          </a:p>
          <a:p>
            <a:pPr lvl="2">
              <a:lnSpc>
                <a:spcPct val="120000"/>
              </a:lnSpc>
            </a:pPr>
            <a:r>
              <a:rPr lang="ja-JP" altLang="en-US" sz="2400" dirty="0"/>
              <a:t>〇安価で軽量、設置自由度が高い</a:t>
            </a:r>
            <a:endParaRPr lang="en-US" altLang="ja-JP" sz="2400" dirty="0"/>
          </a:p>
          <a:p>
            <a:pPr lvl="2">
              <a:lnSpc>
                <a:spcPct val="120000"/>
              </a:lnSpc>
            </a:pPr>
            <a:r>
              <a:rPr lang="en-US" altLang="ja-JP" sz="2400" dirty="0"/>
              <a:t>×</a:t>
            </a:r>
            <a:r>
              <a:rPr lang="ja-JP" altLang="en-US" sz="2400" dirty="0">
                <a:solidFill>
                  <a:srgbClr val="FF0000"/>
                </a:solidFill>
              </a:rPr>
              <a:t>視野が狭く</a:t>
            </a:r>
            <a:r>
              <a:rPr lang="en-US" altLang="ja-JP" sz="2400" dirty="0">
                <a:solidFill>
                  <a:srgbClr val="FF0000"/>
                </a:solidFill>
              </a:rPr>
              <a:t>, </a:t>
            </a:r>
            <a:r>
              <a:rPr lang="ja-JP" altLang="en-US" sz="2400" dirty="0">
                <a:solidFill>
                  <a:srgbClr val="FF0000"/>
                </a:solidFill>
              </a:rPr>
              <a:t>特徴点が少ない</a:t>
            </a:r>
            <a:br>
              <a:rPr lang="en-US" altLang="ja-JP" sz="2400" dirty="0">
                <a:solidFill>
                  <a:srgbClr val="FF0000"/>
                </a:solidFill>
              </a:rPr>
            </a:br>
            <a:r>
              <a:rPr lang="ja-JP" altLang="en-US" sz="2400" dirty="0">
                <a:solidFill>
                  <a:srgbClr val="FF0000"/>
                </a:solidFill>
              </a:rPr>
              <a:t>    環境で精度が低下</a:t>
            </a:r>
            <a:endParaRPr lang="en-US" altLang="ja-JP" sz="2400" dirty="0">
              <a:solidFill>
                <a:srgbClr val="FF0000"/>
              </a:solidFill>
            </a:endParaRPr>
          </a:p>
          <a:p>
            <a:pPr marL="0" indent="0">
              <a:lnSpc>
                <a:spcPct val="120000"/>
              </a:lnSpc>
              <a:buNone/>
            </a:pPr>
            <a:endParaRPr lang="en-US" altLang="ja-JP" sz="2800" dirty="0"/>
          </a:p>
          <a:p>
            <a:pPr>
              <a:lnSpc>
                <a:spcPct val="120000"/>
              </a:lnSpc>
            </a:pPr>
            <a:endParaRPr lang="en-US" altLang="ja-JP" dirty="0"/>
          </a:p>
          <a:p>
            <a:pPr>
              <a:lnSpc>
                <a:spcPct val="120000"/>
              </a:lnSpc>
            </a:pPr>
            <a:endParaRPr kumimoji="1" lang="ja-JP" altLang="en-US" dirty="0"/>
          </a:p>
        </p:txBody>
      </p:sp>
      <p:pic>
        <p:nvPicPr>
          <p:cNvPr id="6" name="図 5" descr="市, 道路, 眺め, 跡 が含まれている画像&#10;&#10;AI によって生成されたコンテンツは間違っている可能性があります。">
            <a:extLst>
              <a:ext uri="{FF2B5EF4-FFF2-40B4-BE49-F238E27FC236}">
                <a16:creationId xmlns:a16="http://schemas.microsoft.com/office/drawing/2014/main" id="{7DC6B848-922B-BA04-B3D7-63B14FFD3E63}"/>
              </a:ext>
            </a:extLst>
          </p:cNvPr>
          <p:cNvPicPr>
            <a:picLocks noChangeAspect="1"/>
          </p:cNvPicPr>
          <p:nvPr/>
        </p:nvPicPr>
        <p:blipFill>
          <a:blip r:embed="rId3">
            <a:extLst>
              <a:ext uri="{28A0092B-C50C-407E-A947-70E740481C1C}">
                <a14:useLocalDpi xmlns:a14="http://schemas.microsoft.com/office/drawing/2010/main" val="0"/>
              </a:ext>
            </a:extLst>
          </a:blip>
          <a:srcRect l="25309" t="15419" r="34350"/>
          <a:stretch/>
        </p:blipFill>
        <p:spPr>
          <a:xfrm>
            <a:off x="7417595" y="1341437"/>
            <a:ext cx="4195512" cy="4354523"/>
          </a:xfrm>
          <a:prstGeom prst="rect">
            <a:avLst/>
          </a:prstGeom>
          <a:noFill/>
        </p:spPr>
      </p:pic>
      <p:sp>
        <p:nvSpPr>
          <p:cNvPr id="4" name="スライド番号プレースホルダー 3">
            <a:extLst>
              <a:ext uri="{FF2B5EF4-FFF2-40B4-BE49-F238E27FC236}">
                <a16:creationId xmlns:a16="http://schemas.microsoft.com/office/drawing/2014/main" id="{35738E34-18D5-1556-F915-C7736F2C9203}"/>
              </a:ext>
            </a:extLst>
          </p:cNvPr>
          <p:cNvSpPr>
            <a:spLocks noGrp="1"/>
          </p:cNvSpPr>
          <p:nvPr>
            <p:ph type="sldNum" sz="quarter" idx="4"/>
          </p:nvPr>
        </p:nvSpPr>
        <p:spPr>
          <a:xfrm>
            <a:off x="10696580" y="4"/>
            <a:ext cx="1495425" cy="796921"/>
          </a:xfrm>
        </p:spPr>
        <p:txBody>
          <a:bodyPr anchor="ctr">
            <a:normAutofit/>
          </a:bodyPr>
          <a:lstStyle/>
          <a:p>
            <a:pPr>
              <a:spcAft>
                <a:spcPts val="600"/>
              </a:spcAft>
            </a:pPr>
            <a:fld id="{36CC8B87-28FD-40C1-8BEA-A488324BDA2F}" type="slidenum">
              <a:rPr kumimoji="1" lang="ja-JP" altLang="en-US" smtClean="0"/>
              <a:pPr>
                <a:spcAft>
                  <a:spcPts val="600"/>
                </a:spcAft>
              </a:pPr>
              <a:t>4</a:t>
            </a:fld>
            <a:endParaRPr kumimoji="1" lang="ja-JP" altLang="en-US"/>
          </a:p>
        </p:txBody>
      </p:sp>
      <p:sp>
        <p:nvSpPr>
          <p:cNvPr id="7" name="コンテンツ プレースホルダー 1">
            <a:extLst>
              <a:ext uri="{FF2B5EF4-FFF2-40B4-BE49-F238E27FC236}">
                <a16:creationId xmlns:a16="http://schemas.microsoft.com/office/drawing/2014/main" id="{A0BF2723-7D02-C6C8-942F-595A5CAE546D}"/>
              </a:ext>
            </a:extLst>
          </p:cNvPr>
          <p:cNvSpPr txBox="1">
            <a:spLocks/>
          </p:cNvSpPr>
          <p:nvPr/>
        </p:nvSpPr>
        <p:spPr>
          <a:xfrm>
            <a:off x="839788" y="5875365"/>
            <a:ext cx="10515600" cy="614339"/>
          </a:xfrm>
          <a:prstGeom prst="rect">
            <a:avLst/>
          </a:prstGeom>
        </p:spPr>
        <p:txBody>
          <a:bodyPr/>
          <a:lstStyle>
            <a:lvl1pPr marL="228600" indent="-228600" algn="l" defTabSz="914400" rtl="0" eaLnBrk="1" latinLnBrk="0" hangingPunct="1">
              <a:lnSpc>
                <a:spcPct val="90000"/>
              </a:lnSpc>
              <a:spcBef>
                <a:spcPts val="1000"/>
              </a:spcBef>
              <a:buFont typeface="Wingdings" panose="05000000000000000000" pitchFamily="2" charset="2"/>
              <a:buChar char="n"/>
              <a:defRPr kumimoji="1" sz="24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游ゴシック Medium" panose="020B0500000000000000" pitchFamily="50" charset="-128"/>
              <a:buChar char="-"/>
              <a:defRPr kumimoji="1"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kumimoji="1"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kumimoji="1" sz="1800" kern="1200">
                <a:solidFill>
                  <a:schemeClr val="tx1"/>
                </a:solidFill>
                <a:latin typeface="+mn-lt"/>
                <a:ea typeface="+mn-ea"/>
                <a:cs typeface="+mn-cs"/>
              </a:defRPr>
            </a:lvl9pPr>
          </a:lstStyle>
          <a:p>
            <a:pPr marL="0" indent="0">
              <a:buNone/>
            </a:pPr>
            <a:r>
              <a:rPr lang="ja-JP" altLang="en-US" sz="3200" b="1" dirty="0"/>
              <a:t>超広角カメラによる精度の高い</a:t>
            </a:r>
            <a:r>
              <a:rPr lang="en-US" altLang="ja-JP" sz="3200" b="1" dirty="0"/>
              <a:t>SLAM</a:t>
            </a:r>
            <a:r>
              <a:rPr lang="ja-JP" altLang="en-US" sz="3200" b="1" dirty="0"/>
              <a:t>を目指す</a:t>
            </a:r>
          </a:p>
          <a:p>
            <a:endParaRPr lang="ja-JP" altLang="en-US" sz="3200" dirty="0"/>
          </a:p>
        </p:txBody>
      </p:sp>
    </p:spTree>
    <p:extLst>
      <p:ext uri="{BB962C8B-B14F-4D97-AF65-F5344CB8AC3E}">
        <p14:creationId xmlns:p14="http://schemas.microsoft.com/office/powerpoint/2010/main" val="5890187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7"/>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7" grpId="0"/>
    </p:bld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435B0217-AEAB-2091-AC1D-8AD8B64B440A}"/>
              </a:ext>
            </a:extLst>
          </p:cNvPr>
          <p:cNvSpPr>
            <a:spLocks noGrp="1"/>
          </p:cNvSpPr>
          <p:nvPr>
            <p:ph type="title"/>
          </p:nvPr>
        </p:nvSpPr>
        <p:spPr/>
        <p:txBody>
          <a:bodyPr>
            <a:normAutofit/>
          </a:bodyPr>
          <a:lstStyle/>
          <a:p>
            <a:r>
              <a:rPr lang="ja-JP" altLang="en-US" dirty="0"/>
              <a:t>ハードウェア構成</a:t>
            </a:r>
            <a:endParaRPr kumimoji="1" lang="ja-JP" altLang="en-US" dirty="0"/>
          </a:p>
        </p:txBody>
      </p:sp>
      <p:sp>
        <p:nvSpPr>
          <p:cNvPr id="3" name="コンテンツ プレースホルダー 2">
            <a:extLst>
              <a:ext uri="{FF2B5EF4-FFF2-40B4-BE49-F238E27FC236}">
                <a16:creationId xmlns:a16="http://schemas.microsoft.com/office/drawing/2014/main" id="{2912CE58-DC6D-E37F-433E-2A344E12DA65}"/>
              </a:ext>
            </a:extLst>
          </p:cNvPr>
          <p:cNvSpPr>
            <a:spLocks noGrp="1"/>
          </p:cNvSpPr>
          <p:nvPr>
            <p:ph idx="1"/>
          </p:nvPr>
        </p:nvSpPr>
        <p:spPr/>
        <p:txBody>
          <a:bodyPr>
            <a:normAutofit/>
          </a:bodyPr>
          <a:lstStyle/>
          <a:p>
            <a:pPr marL="0" indent="0">
              <a:lnSpc>
                <a:spcPct val="100000"/>
              </a:lnSpc>
              <a:buNone/>
            </a:pPr>
            <a:r>
              <a:rPr lang="ja-JP" altLang="en-US" b="1"/>
              <a:t>全体構成</a:t>
            </a:r>
            <a:endParaRPr lang="en-US" altLang="ja-JP" b="1"/>
          </a:p>
          <a:p>
            <a:pPr lvl="1">
              <a:lnSpc>
                <a:spcPct val="100000"/>
              </a:lnSpc>
            </a:pPr>
            <a:r>
              <a:rPr lang="en-US" altLang="ja-JP"/>
              <a:t>JetsonAGXOrin</a:t>
            </a:r>
          </a:p>
          <a:p>
            <a:pPr lvl="1">
              <a:lnSpc>
                <a:spcPct val="100000"/>
              </a:lnSpc>
            </a:pPr>
            <a:r>
              <a:rPr lang="ja-JP" altLang="en-US"/>
              <a:t>魚眼カメラ*</a:t>
            </a:r>
            <a:r>
              <a:rPr lang="en-US" altLang="ja-JP"/>
              <a:t>4</a:t>
            </a:r>
          </a:p>
          <a:p>
            <a:pPr lvl="1">
              <a:lnSpc>
                <a:spcPct val="100000"/>
              </a:lnSpc>
            </a:pPr>
            <a:r>
              <a:rPr lang="en-US" altLang="ja-JP"/>
              <a:t>3D</a:t>
            </a:r>
            <a:r>
              <a:rPr lang="ja-JP" altLang="en-US"/>
              <a:t>プリントしたカメラフレーム</a:t>
            </a:r>
            <a:endParaRPr lang="en-US" altLang="ja-JP"/>
          </a:p>
          <a:p>
            <a:pPr>
              <a:lnSpc>
                <a:spcPct val="100000"/>
              </a:lnSpc>
            </a:pPr>
            <a:r>
              <a:rPr lang="en-US" altLang="ja-JP"/>
              <a:t>Jetson AGX Orin</a:t>
            </a:r>
          </a:p>
          <a:p>
            <a:pPr lvl="1">
              <a:lnSpc>
                <a:spcPct val="100000"/>
              </a:lnSpc>
            </a:pPr>
            <a:r>
              <a:rPr lang="ja-JP" altLang="en-US"/>
              <a:t>高性能な</a:t>
            </a:r>
            <a:r>
              <a:rPr lang="en-US" altLang="ja-JP"/>
              <a:t>GPU</a:t>
            </a:r>
            <a:r>
              <a:rPr lang="ja-JP" altLang="en-US"/>
              <a:t>，高い電力効率</a:t>
            </a:r>
            <a:endParaRPr lang="en-US" altLang="ja-JP"/>
          </a:p>
          <a:p>
            <a:pPr>
              <a:lnSpc>
                <a:spcPct val="100000"/>
              </a:lnSpc>
            </a:pPr>
            <a:r>
              <a:rPr lang="ja-JP" altLang="en-US"/>
              <a:t>魚眼カメラ</a:t>
            </a:r>
            <a:endParaRPr lang="en-US" altLang="ja-JP"/>
          </a:p>
          <a:p>
            <a:pPr lvl="1">
              <a:lnSpc>
                <a:spcPct val="100000"/>
              </a:lnSpc>
            </a:pPr>
            <a:r>
              <a:rPr lang="en-US" altLang="ja-JP"/>
              <a:t>220°</a:t>
            </a:r>
            <a:r>
              <a:rPr lang="ja-JP" altLang="en-US"/>
              <a:t>の視野角 </a:t>
            </a:r>
            <a:r>
              <a:rPr lang="en-US" altLang="ja-JP"/>
              <a:t>(FoV) </a:t>
            </a:r>
            <a:r>
              <a:rPr lang="ja-JP" altLang="en-US"/>
              <a:t>を持つ</a:t>
            </a:r>
            <a:endParaRPr lang="en-US" altLang="ja-JP"/>
          </a:p>
          <a:p>
            <a:pPr lvl="1">
              <a:lnSpc>
                <a:spcPct val="100000"/>
              </a:lnSpc>
            </a:pPr>
            <a:r>
              <a:rPr lang="en-US" altLang="ja-JP"/>
              <a:t>2</a:t>
            </a:r>
            <a:r>
              <a:rPr lang="ja-JP" altLang="en-US"/>
              <a:t>台のカメラで視野全体をカバーする</a:t>
            </a:r>
            <a:endParaRPr lang="en-US" altLang="ja-JP" dirty="0"/>
          </a:p>
        </p:txBody>
      </p:sp>
      <p:sp>
        <p:nvSpPr>
          <p:cNvPr id="4" name="スライド番号プレースホルダー 3">
            <a:extLst>
              <a:ext uri="{FF2B5EF4-FFF2-40B4-BE49-F238E27FC236}">
                <a16:creationId xmlns:a16="http://schemas.microsoft.com/office/drawing/2014/main" id="{E828B81A-0DE4-FB4F-17BD-84F5FDF3BDC9}"/>
              </a:ext>
            </a:extLst>
          </p:cNvPr>
          <p:cNvSpPr>
            <a:spLocks noGrp="1"/>
          </p:cNvSpPr>
          <p:nvPr>
            <p:ph type="sldNum" sz="quarter" idx="12"/>
          </p:nvPr>
        </p:nvSpPr>
        <p:spPr/>
        <p:txBody>
          <a:bodyPr/>
          <a:lstStyle/>
          <a:p>
            <a:fld id="{36CC8B87-28FD-40C1-8BEA-A488324BDA2F}" type="slidenum">
              <a:rPr kumimoji="1" lang="ja-JP" altLang="en-US" smtClean="0"/>
              <a:t>5</a:t>
            </a:fld>
            <a:endParaRPr kumimoji="1" lang="ja-JP" altLang="en-US" dirty="0"/>
          </a:p>
        </p:txBody>
      </p:sp>
      <p:pic>
        <p:nvPicPr>
          <p:cNvPr id="6" name="図 5" descr="屋内, テーブル, 座る, 小さい が含まれている画像&#10;&#10;AI によって生成されたコンテンツは間違っている可能性があります。">
            <a:extLst>
              <a:ext uri="{FF2B5EF4-FFF2-40B4-BE49-F238E27FC236}">
                <a16:creationId xmlns:a16="http://schemas.microsoft.com/office/drawing/2014/main" id="{585771ED-1203-31A1-20EC-CD66C40072D1}"/>
              </a:ext>
            </a:extLst>
          </p:cNvPr>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7324235" y="1338268"/>
            <a:ext cx="4120052" cy="5151437"/>
          </a:xfrm>
          <a:prstGeom prst="rect">
            <a:avLst/>
          </a:prstGeom>
        </p:spPr>
      </p:pic>
    </p:spTree>
    <p:extLst>
      <p:ext uri="{BB962C8B-B14F-4D97-AF65-F5344CB8AC3E}">
        <p14:creationId xmlns:p14="http://schemas.microsoft.com/office/powerpoint/2010/main" val="202967486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6" name="部分円 45">
            <a:extLst>
              <a:ext uri="{FF2B5EF4-FFF2-40B4-BE49-F238E27FC236}">
                <a16:creationId xmlns:a16="http://schemas.microsoft.com/office/drawing/2014/main" id="{E84E4C27-1516-F906-AC56-3AE1F2E41B8F}"/>
              </a:ext>
            </a:extLst>
          </p:cNvPr>
          <p:cNvSpPr/>
          <p:nvPr/>
        </p:nvSpPr>
        <p:spPr>
          <a:xfrm>
            <a:off x="224025" y="1861825"/>
            <a:ext cx="1257243" cy="1206751"/>
          </a:xfrm>
          <a:prstGeom prst="pie">
            <a:avLst>
              <a:gd name="adj1" fmla="val 0"/>
              <a:gd name="adj2" fmla="val 543305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4" name="正方形/長方形 43">
            <a:extLst>
              <a:ext uri="{FF2B5EF4-FFF2-40B4-BE49-F238E27FC236}">
                <a16:creationId xmlns:a16="http://schemas.microsoft.com/office/drawing/2014/main" id="{FC1BB6E5-1C62-0D11-9C49-BF43327E0BE9}"/>
              </a:ext>
            </a:extLst>
          </p:cNvPr>
          <p:cNvSpPr/>
          <p:nvPr/>
        </p:nvSpPr>
        <p:spPr>
          <a:xfrm>
            <a:off x="1456712" y="4898345"/>
            <a:ext cx="648869" cy="11037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60F204F6-9323-8C27-DA78-512A838E8299}"/>
              </a:ext>
            </a:extLst>
          </p:cNvPr>
          <p:cNvSpPr>
            <a:spLocks noGrp="1"/>
          </p:cNvSpPr>
          <p:nvPr>
            <p:ph type="title"/>
          </p:nvPr>
        </p:nvSpPr>
        <p:spPr/>
        <p:txBody>
          <a:bodyPr/>
          <a:lstStyle/>
          <a:p>
            <a:r>
              <a:rPr lang="ja-JP" altLang="en-US" dirty="0"/>
              <a:t>魚眼カメラのカラー画像を深さ画像に変換</a:t>
            </a:r>
            <a:endParaRPr kumimoji="1" lang="ja-JP" altLang="en-US" dirty="0"/>
          </a:p>
        </p:txBody>
      </p:sp>
      <p:sp>
        <p:nvSpPr>
          <p:cNvPr id="4" name="スライド番号プレースホルダー 3">
            <a:extLst>
              <a:ext uri="{FF2B5EF4-FFF2-40B4-BE49-F238E27FC236}">
                <a16:creationId xmlns:a16="http://schemas.microsoft.com/office/drawing/2014/main" id="{6852BA33-9667-3CEA-61D1-A92C92695727}"/>
              </a:ext>
            </a:extLst>
          </p:cNvPr>
          <p:cNvSpPr>
            <a:spLocks noGrp="1"/>
          </p:cNvSpPr>
          <p:nvPr>
            <p:ph type="sldNum" sz="quarter" idx="12"/>
          </p:nvPr>
        </p:nvSpPr>
        <p:spPr/>
        <p:txBody>
          <a:bodyPr/>
          <a:lstStyle/>
          <a:p>
            <a:fld id="{36CC8B87-28FD-40C1-8BEA-A488324BDA2F}" type="slidenum">
              <a:rPr kumimoji="1" lang="ja-JP" altLang="en-US" smtClean="0"/>
              <a:t>6</a:t>
            </a:fld>
            <a:endParaRPr kumimoji="1" lang="ja-JP" altLang="en-US" dirty="0"/>
          </a:p>
        </p:txBody>
      </p:sp>
      <p:grpSp>
        <p:nvGrpSpPr>
          <p:cNvPr id="10" name="グループ化 9">
            <a:extLst>
              <a:ext uri="{FF2B5EF4-FFF2-40B4-BE49-F238E27FC236}">
                <a16:creationId xmlns:a16="http://schemas.microsoft.com/office/drawing/2014/main" id="{866A682E-37EA-6EE7-8C7A-0255062A7392}"/>
              </a:ext>
            </a:extLst>
          </p:cNvPr>
          <p:cNvGrpSpPr/>
          <p:nvPr/>
        </p:nvGrpSpPr>
        <p:grpSpPr>
          <a:xfrm>
            <a:off x="3185717" y="3857678"/>
            <a:ext cx="1516083" cy="1550945"/>
            <a:chOff x="5664122" y="3576219"/>
            <a:chExt cx="1586716" cy="1585381"/>
          </a:xfrm>
        </p:grpSpPr>
        <p:sp>
          <p:nvSpPr>
            <p:cNvPr id="5" name="部分円 4">
              <a:extLst>
                <a:ext uri="{FF2B5EF4-FFF2-40B4-BE49-F238E27FC236}">
                  <a16:creationId xmlns:a16="http://schemas.microsoft.com/office/drawing/2014/main" id="{38C0608D-E9C5-71F0-A0E4-9FF2280E8E95}"/>
                </a:ext>
              </a:extLst>
            </p:cNvPr>
            <p:cNvSpPr/>
            <p:nvPr/>
          </p:nvSpPr>
          <p:spPr>
            <a:xfrm rot="21447112">
              <a:off x="6135858" y="3576219"/>
              <a:ext cx="650069" cy="651843"/>
            </a:xfrm>
            <a:prstGeom prst="pie">
              <a:avLst>
                <a:gd name="adj1" fmla="val 8998221"/>
                <a:gd name="adj2" fmla="val 1857598"/>
              </a:avLst>
            </a:prstGeom>
            <a:noFill/>
            <a:ln>
              <a:solidFill>
                <a:schemeClr val="tx1"/>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ja-JP" altLang="en-US" dirty="0">
                <a:solidFill>
                  <a:srgbClr val="0070C0"/>
                </a:solidFill>
              </a:endParaRPr>
            </a:p>
          </p:txBody>
        </p:sp>
        <p:sp>
          <p:nvSpPr>
            <p:cNvPr id="6" name="部分円 5">
              <a:extLst>
                <a:ext uri="{FF2B5EF4-FFF2-40B4-BE49-F238E27FC236}">
                  <a16:creationId xmlns:a16="http://schemas.microsoft.com/office/drawing/2014/main" id="{53BCBA0E-2458-034A-659C-64DCFB430070}"/>
                </a:ext>
              </a:extLst>
            </p:cNvPr>
            <p:cNvSpPr/>
            <p:nvPr/>
          </p:nvSpPr>
          <p:spPr>
            <a:xfrm rot="5400000">
              <a:off x="6599882" y="4048432"/>
              <a:ext cx="650069" cy="651843"/>
            </a:xfrm>
            <a:prstGeom prst="pie">
              <a:avLst>
                <a:gd name="adj1" fmla="val 8998221"/>
                <a:gd name="adj2" fmla="val 1857598"/>
              </a:avLst>
            </a:prstGeom>
            <a:noFill/>
            <a:ln>
              <a:solidFill>
                <a:schemeClr val="bg1">
                  <a:lumMod val="10000"/>
                </a:schemeClr>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ja-JP" altLang="en-US" dirty="0">
                <a:solidFill>
                  <a:srgbClr val="0070C0"/>
                </a:solidFill>
              </a:endParaRPr>
            </a:p>
          </p:txBody>
        </p:sp>
        <p:sp>
          <p:nvSpPr>
            <p:cNvPr id="7" name="部分円 6">
              <a:extLst>
                <a:ext uri="{FF2B5EF4-FFF2-40B4-BE49-F238E27FC236}">
                  <a16:creationId xmlns:a16="http://schemas.microsoft.com/office/drawing/2014/main" id="{254A911A-3FEB-AD83-CA97-4C8BE62AA9D1}"/>
                </a:ext>
              </a:extLst>
            </p:cNvPr>
            <p:cNvSpPr/>
            <p:nvPr/>
          </p:nvSpPr>
          <p:spPr>
            <a:xfrm rot="16200000">
              <a:off x="5665009" y="4048432"/>
              <a:ext cx="650069" cy="651843"/>
            </a:xfrm>
            <a:prstGeom prst="pie">
              <a:avLst>
                <a:gd name="adj1" fmla="val 8998221"/>
                <a:gd name="adj2" fmla="val 1857598"/>
              </a:avLst>
            </a:prstGeom>
            <a:noFill/>
            <a:ln>
              <a:solidFill>
                <a:schemeClr val="bg1">
                  <a:lumMod val="10000"/>
                </a:schemeClr>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ja-JP" altLang="en-US" dirty="0">
                <a:solidFill>
                  <a:srgbClr val="0070C0"/>
                </a:solidFill>
              </a:endParaRPr>
            </a:p>
          </p:txBody>
        </p:sp>
        <p:sp>
          <p:nvSpPr>
            <p:cNvPr id="8" name="ひし形 7">
              <a:extLst>
                <a:ext uri="{FF2B5EF4-FFF2-40B4-BE49-F238E27FC236}">
                  <a16:creationId xmlns:a16="http://schemas.microsoft.com/office/drawing/2014/main" id="{364C9FA7-7009-1E70-8D37-E7ED6EEAC2D7}"/>
                </a:ext>
              </a:extLst>
            </p:cNvPr>
            <p:cNvSpPr/>
            <p:nvPr/>
          </p:nvSpPr>
          <p:spPr>
            <a:xfrm>
              <a:off x="6003693" y="3917154"/>
              <a:ext cx="914400" cy="914400"/>
            </a:xfrm>
            <a:prstGeom prst="diamond">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部分円 8">
              <a:extLst>
                <a:ext uri="{FF2B5EF4-FFF2-40B4-BE49-F238E27FC236}">
                  <a16:creationId xmlns:a16="http://schemas.microsoft.com/office/drawing/2014/main" id="{B5E4C5CC-BBC8-49AE-AA7E-F52ADA84D445}"/>
                </a:ext>
              </a:extLst>
            </p:cNvPr>
            <p:cNvSpPr/>
            <p:nvPr/>
          </p:nvSpPr>
          <p:spPr>
            <a:xfrm rot="10800000">
              <a:off x="6137767" y="4509757"/>
              <a:ext cx="650069" cy="651843"/>
            </a:xfrm>
            <a:prstGeom prst="pie">
              <a:avLst>
                <a:gd name="adj1" fmla="val 8998221"/>
                <a:gd name="adj2" fmla="val 1857598"/>
              </a:avLst>
            </a:prstGeom>
            <a:noFill/>
            <a:ln>
              <a:solidFill>
                <a:schemeClr val="bg1">
                  <a:lumMod val="10000"/>
                </a:schemeClr>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ja-JP" altLang="en-US" dirty="0">
                <a:solidFill>
                  <a:srgbClr val="0070C0"/>
                </a:solidFill>
              </a:endParaRPr>
            </a:p>
          </p:txBody>
        </p:sp>
      </p:grpSp>
      <p:sp>
        <p:nvSpPr>
          <p:cNvPr id="11" name="正方形/長方形 10">
            <a:extLst>
              <a:ext uri="{FF2B5EF4-FFF2-40B4-BE49-F238E27FC236}">
                <a16:creationId xmlns:a16="http://schemas.microsoft.com/office/drawing/2014/main" id="{E24B6588-B3C7-8EB8-3306-34D54FAE8539}"/>
              </a:ext>
            </a:extLst>
          </p:cNvPr>
          <p:cNvSpPr/>
          <p:nvPr/>
        </p:nvSpPr>
        <p:spPr>
          <a:xfrm>
            <a:off x="845829" y="2454540"/>
            <a:ext cx="6383831" cy="375106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B57EB895-03F9-3B81-B51A-9B92EA5B241C}"/>
              </a:ext>
            </a:extLst>
          </p:cNvPr>
          <p:cNvSpPr txBox="1"/>
          <p:nvPr/>
        </p:nvSpPr>
        <p:spPr>
          <a:xfrm>
            <a:off x="2105577" y="3654806"/>
            <a:ext cx="1326131" cy="369332"/>
          </a:xfrm>
          <a:prstGeom prst="rect">
            <a:avLst/>
          </a:prstGeom>
          <a:noFill/>
        </p:spPr>
        <p:txBody>
          <a:bodyPr wrap="square" rtlCol="0">
            <a:spAutoFit/>
          </a:bodyPr>
          <a:lstStyle/>
          <a:p>
            <a:r>
              <a:rPr kumimoji="1" lang="ja-JP" altLang="en-US" dirty="0"/>
              <a:t>魚眼カメラ</a:t>
            </a:r>
          </a:p>
        </p:txBody>
      </p:sp>
      <p:sp>
        <p:nvSpPr>
          <p:cNvPr id="27" name="正方形/長方形 26">
            <a:extLst>
              <a:ext uri="{FF2B5EF4-FFF2-40B4-BE49-F238E27FC236}">
                <a16:creationId xmlns:a16="http://schemas.microsoft.com/office/drawing/2014/main" id="{1E37C994-1FD8-D18A-45CC-A4AACE274341}"/>
              </a:ext>
            </a:extLst>
          </p:cNvPr>
          <p:cNvSpPr/>
          <p:nvPr/>
        </p:nvSpPr>
        <p:spPr>
          <a:xfrm>
            <a:off x="839789" y="1160469"/>
            <a:ext cx="11294155" cy="1809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正方形/長方形 42">
            <a:extLst>
              <a:ext uri="{FF2B5EF4-FFF2-40B4-BE49-F238E27FC236}">
                <a16:creationId xmlns:a16="http://schemas.microsoft.com/office/drawing/2014/main" id="{1668F25F-7CF0-82D5-86D7-6A080F37DC6E}"/>
              </a:ext>
            </a:extLst>
          </p:cNvPr>
          <p:cNvSpPr/>
          <p:nvPr/>
        </p:nvSpPr>
        <p:spPr>
          <a:xfrm>
            <a:off x="4905730" y="4049637"/>
            <a:ext cx="304591" cy="27086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DEEC2409-34C0-177D-29D3-F29D3B939B06}"/>
              </a:ext>
            </a:extLst>
          </p:cNvPr>
          <p:cNvSpPr txBox="1"/>
          <p:nvPr/>
        </p:nvSpPr>
        <p:spPr>
          <a:xfrm>
            <a:off x="7318499" y="1341439"/>
            <a:ext cx="800219" cy="732060"/>
          </a:xfrm>
          <a:prstGeom prst="rect">
            <a:avLst/>
          </a:prstGeom>
          <a:noFill/>
        </p:spPr>
        <p:txBody>
          <a:bodyPr wrap="none" rtlCol="0">
            <a:spAutoFit/>
          </a:bodyPr>
          <a:lstStyle/>
          <a:p>
            <a:pPr>
              <a:lnSpc>
                <a:spcPct val="200000"/>
              </a:lnSpc>
            </a:pPr>
            <a:r>
              <a:rPr lang="ja-JP" altLang="en-US" sz="2400" b="1" dirty="0"/>
              <a:t>手順</a:t>
            </a:r>
            <a:endParaRPr lang="en-US" altLang="ja-JP" sz="2400" b="1" dirty="0"/>
          </a:p>
        </p:txBody>
      </p:sp>
      <p:cxnSp>
        <p:nvCxnSpPr>
          <p:cNvPr id="16" name="直線矢印コネクタ 15">
            <a:extLst>
              <a:ext uri="{FF2B5EF4-FFF2-40B4-BE49-F238E27FC236}">
                <a16:creationId xmlns:a16="http://schemas.microsoft.com/office/drawing/2014/main" id="{469A20C9-9742-E1A4-11E6-6533174C8BF6}"/>
              </a:ext>
            </a:extLst>
          </p:cNvPr>
          <p:cNvCxnSpPr>
            <a:cxnSpLocks/>
            <a:stCxn id="17" idx="3"/>
          </p:cNvCxnSpPr>
          <p:nvPr/>
        </p:nvCxnSpPr>
        <p:spPr>
          <a:xfrm>
            <a:off x="3431708" y="3839472"/>
            <a:ext cx="206573" cy="184667"/>
          </a:xfrm>
          <a:prstGeom prst="straightConnector1">
            <a:avLst/>
          </a:prstGeom>
          <a:ln>
            <a:solidFill>
              <a:schemeClr val="tx1"/>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378267632"/>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3DEB38A-B2C0-9957-2832-D2F8CF84F0E7}"/>
            </a:ext>
          </a:extLst>
        </p:cNvPr>
        <p:cNvGrpSpPr/>
        <p:nvPr/>
      </p:nvGrpSpPr>
      <p:grpSpPr>
        <a:xfrm>
          <a:off x="0" y="0"/>
          <a:ext cx="0" cy="0"/>
          <a:chOff x="0" y="0"/>
          <a:chExt cx="0" cy="0"/>
        </a:xfrm>
      </p:grpSpPr>
      <p:sp>
        <p:nvSpPr>
          <p:cNvPr id="46" name="部分円 45">
            <a:extLst>
              <a:ext uri="{FF2B5EF4-FFF2-40B4-BE49-F238E27FC236}">
                <a16:creationId xmlns:a16="http://schemas.microsoft.com/office/drawing/2014/main" id="{2A1B3FDF-5FC4-F97B-0D18-1D52C18D966C}"/>
              </a:ext>
            </a:extLst>
          </p:cNvPr>
          <p:cNvSpPr/>
          <p:nvPr/>
        </p:nvSpPr>
        <p:spPr>
          <a:xfrm>
            <a:off x="224025" y="1861825"/>
            <a:ext cx="1257243" cy="1206751"/>
          </a:xfrm>
          <a:prstGeom prst="pie">
            <a:avLst>
              <a:gd name="adj1" fmla="val 0"/>
              <a:gd name="adj2" fmla="val 543305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4" name="正方形/長方形 43">
            <a:extLst>
              <a:ext uri="{FF2B5EF4-FFF2-40B4-BE49-F238E27FC236}">
                <a16:creationId xmlns:a16="http://schemas.microsoft.com/office/drawing/2014/main" id="{21242A0E-4549-1D80-325B-ABF93936F966}"/>
              </a:ext>
            </a:extLst>
          </p:cNvPr>
          <p:cNvSpPr/>
          <p:nvPr/>
        </p:nvSpPr>
        <p:spPr>
          <a:xfrm>
            <a:off x="1456712" y="4898345"/>
            <a:ext cx="648869" cy="11037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C030F4F3-A380-19FF-6028-0C23CF8684CD}"/>
              </a:ext>
            </a:extLst>
          </p:cNvPr>
          <p:cNvSpPr>
            <a:spLocks noGrp="1"/>
          </p:cNvSpPr>
          <p:nvPr>
            <p:ph type="title"/>
          </p:nvPr>
        </p:nvSpPr>
        <p:spPr/>
        <p:txBody>
          <a:bodyPr/>
          <a:lstStyle/>
          <a:p>
            <a:r>
              <a:rPr lang="ja-JP" altLang="en-US" dirty="0"/>
              <a:t>魚眼カメラのカラー画像を深さ画像に変換</a:t>
            </a:r>
            <a:endParaRPr kumimoji="1" lang="ja-JP" altLang="en-US" dirty="0"/>
          </a:p>
        </p:txBody>
      </p:sp>
      <p:sp>
        <p:nvSpPr>
          <p:cNvPr id="4" name="スライド番号プレースホルダー 3">
            <a:extLst>
              <a:ext uri="{FF2B5EF4-FFF2-40B4-BE49-F238E27FC236}">
                <a16:creationId xmlns:a16="http://schemas.microsoft.com/office/drawing/2014/main" id="{B271178D-804E-596A-A4A3-04E5A358DBE8}"/>
              </a:ext>
            </a:extLst>
          </p:cNvPr>
          <p:cNvSpPr>
            <a:spLocks noGrp="1"/>
          </p:cNvSpPr>
          <p:nvPr>
            <p:ph type="sldNum" sz="quarter" idx="12"/>
          </p:nvPr>
        </p:nvSpPr>
        <p:spPr/>
        <p:txBody>
          <a:bodyPr/>
          <a:lstStyle/>
          <a:p>
            <a:fld id="{36CC8B87-28FD-40C1-8BEA-A488324BDA2F}" type="slidenum">
              <a:rPr kumimoji="1" lang="ja-JP" altLang="en-US" smtClean="0"/>
              <a:t>7</a:t>
            </a:fld>
            <a:endParaRPr kumimoji="1" lang="ja-JP" altLang="en-US" dirty="0"/>
          </a:p>
        </p:txBody>
      </p:sp>
      <p:grpSp>
        <p:nvGrpSpPr>
          <p:cNvPr id="10" name="グループ化 9">
            <a:extLst>
              <a:ext uri="{FF2B5EF4-FFF2-40B4-BE49-F238E27FC236}">
                <a16:creationId xmlns:a16="http://schemas.microsoft.com/office/drawing/2014/main" id="{A869887E-4CDE-3E3B-7AF1-194A878865BC}"/>
              </a:ext>
            </a:extLst>
          </p:cNvPr>
          <p:cNvGrpSpPr/>
          <p:nvPr/>
        </p:nvGrpSpPr>
        <p:grpSpPr>
          <a:xfrm>
            <a:off x="3185717" y="3857678"/>
            <a:ext cx="1516083" cy="1550945"/>
            <a:chOff x="5664122" y="3576219"/>
            <a:chExt cx="1586716" cy="1585381"/>
          </a:xfrm>
        </p:grpSpPr>
        <p:sp>
          <p:nvSpPr>
            <p:cNvPr id="5" name="部分円 4">
              <a:extLst>
                <a:ext uri="{FF2B5EF4-FFF2-40B4-BE49-F238E27FC236}">
                  <a16:creationId xmlns:a16="http://schemas.microsoft.com/office/drawing/2014/main" id="{D1CF376F-3C0F-62E7-2B44-8AE42AD7A071}"/>
                </a:ext>
              </a:extLst>
            </p:cNvPr>
            <p:cNvSpPr/>
            <p:nvPr/>
          </p:nvSpPr>
          <p:spPr>
            <a:xfrm rot="21447112">
              <a:off x="6135858" y="3576219"/>
              <a:ext cx="650069" cy="651843"/>
            </a:xfrm>
            <a:prstGeom prst="pie">
              <a:avLst>
                <a:gd name="adj1" fmla="val 8998221"/>
                <a:gd name="adj2" fmla="val 1857598"/>
              </a:avLst>
            </a:prstGeom>
            <a:noFill/>
            <a:ln>
              <a:solidFill>
                <a:srgbClr val="0070C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ja-JP" altLang="en-US" dirty="0">
                <a:solidFill>
                  <a:srgbClr val="0070C0"/>
                </a:solidFill>
              </a:endParaRPr>
            </a:p>
          </p:txBody>
        </p:sp>
        <p:sp>
          <p:nvSpPr>
            <p:cNvPr id="6" name="部分円 5">
              <a:extLst>
                <a:ext uri="{FF2B5EF4-FFF2-40B4-BE49-F238E27FC236}">
                  <a16:creationId xmlns:a16="http://schemas.microsoft.com/office/drawing/2014/main" id="{4CBCAC7E-DDEF-7C6A-60F5-98195BFD6AED}"/>
                </a:ext>
              </a:extLst>
            </p:cNvPr>
            <p:cNvSpPr/>
            <p:nvPr/>
          </p:nvSpPr>
          <p:spPr>
            <a:xfrm rot="5400000">
              <a:off x="6599882" y="4048432"/>
              <a:ext cx="650069" cy="651843"/>
            </a:xfrm>
            <a:prstGeom prst="pie">
              <a:avLst>
                <a:gd name="adj1" fmla="val 8998221"/>
                <a:gd name="adj2" fmla="val 1857598"/>
              </a:avLst>
            </a:prstGeom>
            <a:noFill/>
            <a:ln>
              <a:solidFill>
                <a:schemeClr val="bg1">
                  <a:lumMod val="10000"/>
                </a:schemeClr>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ja-JP" altLang="en-US" dirty="0">
                <a:solidFill>
                  <a:srgbClr val="0070C0"/>
                </a:solidFill>
              </a:endParaRPr>
            </a:p>
          </p:txBody>
        </p:sp>
        <p:sp>
          <p:nvSpPr>
            <p:cNvPr id="7" name="部分円 6">
              <a:extLst>
                <a:ext uri="{FF2B5EF4-FFF2-40B4-BE49-F238E27FC236}">
                  <a16:creationId xmlns:a16="http://schemas.microsoft.com/office/drawing/2014/main" id="{39B289A4-1627-F762-BA7D-98450803F0E8}"/>
                </a:ext>
              </a:extLst>
            </p:cNvPr>
            <p:cNvSpPr/>
            <p:nvPr/>
          </p:nvSpPr>
          <p:spPr>
            <a:xfrm rot="16200000">
              <a:off x="5665009" y="4048432"/>
              <a:ext cx="650069" cy="651843"/>
            </a:xfrm>
            <a:prstGeom prst="pie">
              <a:avLst>
                <a:gd name="adj1" fmla="val 8998221"/>
                <a:gd name="adj2" fmla="val 1857598"/>
              </a:avLst>
            </a:prstGeom>
            <a:noFill/>
            <a:ln>
              <a:solidFill>
                <a:schemeClr val="bg1">
                  <a:lumMod val="10000"/>
                </a:schemeClr>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ja-JP" altLang="en-US" dirty="0">
                <a:solidFill>
                  <a:srgbClr val="0070C0"/>
                </a:solidFill>
              </a:endParaRPr>
            </a:p>
          </p:txBody>
        </p:sp>
        <p:sp>
          <p:nvSpPr>
            <p:cNvPr id="8" name="ひし形 7">
              <a:extLst>
                <a:ext uri="{FF2B5EF4-FFF2-40B4-BE49-F238E27FC236}">
                  <a16:creationId xmlns:a16="http://schemas.microsoft.com/office/drawing/2014/main" id="{09472D1E-BAE0-7D4A-210D-022CA455AF2B}"/>
                </a:ext>
              </a:extLst>
            </p:cNvPr>
            <p:cNvSpPr/>
            <p:nvPr/>
          </p:nvSpPr>
          <p:spPr>
            <a:xfrm>
              <a:off x="6003693" y="3917154"/>
              <a:ext cx="914400" cy="914400"/>
            </a:xfrm>
            <a:prstGeom prst="diamond">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部分円 8">
              <a:extLst>
                <a:ext uri="{FF2B5EF4-FFF2-40B4-BE49-F238E27FC236}">
                  <a16:creationId xmlns:a16="http://schemas.microsoft.com/office/drawing/2014/main" id="{73A3DBB1-662A-0B09-382A-713B0887EEB1}"/>
                </a:ext>
              </a:extLst>
            </p:cNvPr>
            <p:cNvSpPr/>
            <p:nvPr/>
          </p:nvSpPr>
          <p:spPr>
            <a:xfrm rot="10800000">
              <a:off x="6137767" y="4509757"/>
              <a:ext cx="650069" cy="651843"/>
            </a:xfrm>
            <a:prstGeom prst="pie">
              <a:avLst>
                <a:gd name="adj1" fmla="val 8998221"/>
                <a:gd name="adj2" fmla="val 1857598"/>
              </a:avLst>
            </a:prstGeom>
            <a:noFill/>
            <a:ln>
              <a:solidFill>
                <a:schemeClr val="bg1">
                  <a:lumMod val="10000"/>
                </a:schemeClr>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ja-JP" altLang="en-US" dirty="0">
                <a:solidFill>
                  <a:srgbClr val="0070C0"/>
                </a:solidFill>
              </a:endParaRPr>
            </a:p>
          </p:txBody>
        </p:sp>
      </p:grpSp>
      <p:sp>
        <p:nvSpPr>
          <p:cNvPr id="11" name="正方形/長方形 10">
            <a:extLst>
              <a:ext uri="{FF2B5EF4-FFF2-40B4-BE49-F238E27FC236}">
                <a16:creationId xmlns:a16="http://schemas.microsoft.com/office/drawing/2014/main" id="{A2CE981D-738E-CC5F-364A-8A74E57591DF}"/>
              </a:ext>
            </a:extLst>
          </p:cNvPr>
          <p:cNvSpPr/>
          <p:nvPr/>
        </p:nvSpPr>
        <p:spPr>
          <a:xfrm>
            <a:off x="845829" y="2454540"/>
            <a:ext cx="6383831" cy="375106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74B62F53-ACD5-6A5D-10AD-A9F0B4CC9CF4}"/>
              </a:ext>
            </a:extLst>
          </p:cNvPr>
          <p:cNvSpPr txBox="1"/>
          <p:nvPr/>
        </p:nvSpPr>
        <p:spPr>
          <a:xfrm>
            <a:off x="2482415" y="3744662"/>
            <a:ext cx="1582560" cy="369332"/>
          </a:xfrm>
          <a:prstGeom prst="rect">
            <a:avLst/>
          </a:prstGeom>
          <a:noFill/>
        </p:spPr>
        <p:txBody>
          <a:bodyPr wrap="square" rtlCol="0">
            <a:spAutoFit/>
          </a:bodyPr>
          <a:lstStyle/>
          <a:p>
            <a:r>
              <a:rPr kumimoji="1" lang="ja-JP" altLang="en-US" dirty="0">
                <a:solidFill>
                  <a:srgbClr val="0070C0"/>
                </a:solidFill>
              </a:rPr>
              <a:t>基準カメラ</a:t>
            </a:r>
          </a:p>
        </p:txBody>
      </p:sp>
      <p:sp>
        <p:nvSpPr>
          <p:cNvPr id="27" name="正方形/長方形 26">
            <a:extLst>
              <a:ext uri="{FF2B5EF4-FFF2-40B4-BE49-F238E27FC236}">
                <a16:creationId xmlns:a16="http://schemas.microsoft.com/office/drawing/2014/main" id="{0C23B511-C84E-7B9D-EFEB-B1FF8CD98651}"/>
              </a:ext>
            </a:extLst>
          </p:cNvPr>
          <p:cNvSpPr/>
          <p:nvPr/>
        </p:nvSpPr>
        <p:spPr>
          <a:xfrm>
            <a:off x="839789" y="1160469"/>
            <a:ext cx="11294155" cy="1809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正方形/長方形 42">
            <a:extLst>
              <a:ext uri="{FF2B5EF4-FFF2-40B4-BE49-F238E27FC236}">
                <a16:creationId xmlns:a16="http://schemas.microsoft.com/office/drawing/2014/main" id="{8ECF483A-FC23-F105-BDFA-CF5863BF74EE}"/>
              </a:ext>
            </a:extLst>
          </p:cNvPr>
          <p:cNvSpPr/>
          <p:nvPr/>
        </p:nvSpPr>
        <p:spPr>
          <a:xfrm>
            <a:off x="4905730" y="4049637"/>
            <a:ext cx="304591" cy="27086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C755067C-A3D9-DC2C-D1CF-3FDD60483552}"/>
              </a:ext>
            </a:extLst>
          </p:cNvPr>
          <p:cNvSpPr txBox="1"/>
          <p:nvPr/>
        </p:nvSpPr>
        <p:spPr>
          <a:xfrm>
            <a:off x="7318499" y="1341439"/>
            <a:ext cx="800219" cy="732060"/>
          </a:xfrm>
          <a:prstGeom prst="rect">
            <a:avLst/>
          </a:prstGeom>
          <a:noFill/>
        </p:spPr>
        <p:txBody>
          <a:bodyPr wrap="none" rtlCol="0">
            <a:spAutoFit/>
          </a:bodyPr>
          <a:lstStyle/>
          <a:p>
            <a:pPr>
              <a:lnSpc>
                <a:spcPct val="200000"/>
              </a:lnSpc>
            </a:pPr>
            <a:r>
              <a:rPr lang="ja-JP" altLang="en-US" sz="2400" b="1" dirty="0"/>
              <a:t>手順</a:t>
            </a:r>
            <a:endParaRPr lang="en-US" altLang="ja-JP" sz="2400" b="1" dirty="0"/>
          </a:p>
        </p:txBody>
      </p:sp>
      <p:cxnSp>
        <p:nvCxnSpPr>
          <p:cNvPr id="13" name="直線矢印コネクタ 12">
            <a:extLst>
              <a:ext uri="{FF2B5EF4-FFF2-40B4-BE49-F238E27FC236}">
                <a16:creationId xmlns:a16="http://schemas.microsoft.com/office/drawing/2014/main" id="{F091EE65-496E-D114-2B3F-537CF2AC5C84}"/>
              </a:ext>
            </a:extLst>
          </p:cNvPr>
          <p:cNvCxnSpPr>
            <a:cxnSpLocks/>
          </p:cNvCxnSpPr>
          <p:nvPr/>
        </p:nvCxnSpPr>
        <p:spPr>
          <a:xfrm flipV="1">
            <a:off x="3947025" y="3973953"/>
            <a:ext cx="234455" cy="217251"/>
          </a:xfrm>
          <a:prstGeom prst="straightConnector1">
            <a:avLst/>
          </a:prstGeom>
          <a:ln>
            <a:solidFill>
              <a:srgbClr val="0070C0"/>
            </a:solidFill>
            <a:tailEnd type="triangle"/>
          </a:ln>
        </p:spPr>
        <p:style>
          <a:lnRef idx="2">
            <a:schemeClr val="accent1"/>
          </a:lnRef>
          <a:fillRef idx="0">
            <a:schemeClr val="accent1"/>
          </a:fillRef>
          <a:effectRef idx="1">
            <a:schemeClr val="accent1"/>
          </a:effectRef>
          <a:fontRef idx="minor">
            <a:schemeClr val="tx1"/>
          </a:fontRef>
        </p:style>
      </p:cxnSp>
      <p:cxnSp>
        <p:nvCxnSpPr>
          <p:cNvPr id="3" name="直線コネクタ 2">
            <a:extLst>
              <a:ext uri="{FF2B5EF4-FFF2-40B4-BE49-F238E27FC236}">
                <a16:creationId xmlns:a16="http://schemas.microsoft.com/office/drawing/2014/main" id="{DAB0D63D-23AB-96E8-1822-7814810E3830}"/>
              </a:ext>
            </a:extLst>
          </p:cNvPr>
          <p:cNvCxnSpPr>
            <a:cxnSpLocks/>
          </p:cNvCxnSpPr>
          <p:nvPr/>
        </p:nvCxnSpPr>
        <p:spPr>
          <a:xfrm flipV="1">
            <a:off x="3947028" y="1371606"/>
            <a:ext cx="3044329" cy="2819599"/>
          </a:xfrm>
          <a:prstGeom prst="line">
            <a:avLst/>
          </a:prstGeom>
          <a:ln>
            <a:solidFill>
              <a:srgbClr val="0070C0"/>
            </a:solidFill>
            <a:prstDash val="sysDash"/>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016179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childTnLst>
                                </p:cTn>
                              </p:par>
                            </p:childTnLst>
                          </p:cTn>
                        </p:par>
                        <p:par>
                          <p:cTn id="7" fill="hold">
                            <p:stCondLst>
                              <p:cond delay="0"/>
                            </p:stCondLst>
                            <p:childTnLst>
                              <p:par>
                                <p:cTn id="8" presetID="10" presetClass="entr" presetSubtype="0" fill="hold" nodeType="afterEffect">
                                  <p:stCondLst>
                                    <p:cond delay="0"/>
                                  </p:stCondLst>
                                  <p:childTnLst>
                                    <p:set>
                                      <p:cBhvr>
                                        <p:cTn id="9" dur="1" fill="hold">
                                          <p:stCondLst>
                                            <p:cond delay="0"/>
                                          </p:stCondLst>
                                        </p:cTn>
                                        <p:tgtEl>
                                          <p:spTgt spid="3"/>
                                        </p:tgtEl>
                                        <p:attrNameLst>
                                          <p:attrName>style.visibility</p:attrName>
                                        </p:attrNameLst>
                                      </p:cBhvr>
                                      <p:to>
                                        <p:strVal val="visible"/>
                                      </p:to>
                                    </p:set>
                                    <p:animEffect transition="in" filter="fade">
                                      <p:cBhvr>
                                        <p:cTn id="10" dur="500"/>
                                        <p:tgtEl>
                                          <p:spTgt spid="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FE40850-27E5-64C6-80D3-B15302C00FFE}"/>
            </a:ext>
          </a:extLst>
        </p:cNvPr>
        <p:cNvGrpSpPr/>
        <p:nvPr/>
      </p:nvGrpSpPr>
      <p:grpSpPr>
        <a:xfrm>
          <a:off x="0" y="0"/>
          <a:ext cx="0" cy="0"/>
          <a:chOff x="0" y="0"/>
          <a:chExt cx="0" cy="0"/>
        </a:xfrm>
      </p:grpSpPr>
      <p:sp>
        <p:nvSpPr>
          <p:cNvPr id="46" name="部分円 45">
            <a:extLst>
              <a:ext uri="{FF2B5EF4-FFF2-40B4-BE49-F238E27FC236}">
                <a16:creationId xmlns:a16="http://schemas.microsoft.com/office/drawing/2014/main" id="{16B93146-9B2C-8411-1D5A-601F4D5F32C9}"/>
              </a:ext>
            </a:extLst>
          </p:cNvPr>
          <p:cNvSpPr/>
          <p:nvPr/>
        </p:nvSpPr>
        <p:spPr>
          <a:xfrm>
            <a:off x="224025" y="1861825"/>
            <a:ext cx="1257243" cy="1206751"/>
          </a:xfrm>
          <a:prstGeom prst="pie">
            <a:avLst>
              <a:gd name="adj1" fmla="val 0"/>
              <a:gd name="adj2" fmla="val 543305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4" name="正方形/長方形 43">
            <a:extLst>
              <a:ext uri="{FF2B5EF4-FFF2-40B4-BE49-F238E27FC236}">
                <a16:creationId xmlns:a16="http://schemas.microsoft.com/office/drawing/2014/main" id="{1484FF2B-D289-ADA9-DBE5-721D585B23A6}"/>
              </a:ext>
            </a:extLst>
          </p:cNvPr>
          <p:cNvSpPr/>
          <p:nvPr/>
        </p:nvSpPr>
        <p:spPr>
          <a:xfrm>
            <a:off x="1456712" y="4898345"/>
            <a:ext cx="648869" cy="11037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B1E7E653-B0C5-C582-2BF1-2DF0C0D6EF37}"/>
              </a:ext>
            </a:extLst>
          </p:cNvPr>
          <p:cNvSpPr>
            <a:spLocks noGrp="1"/>
          </p:cNvSpPr>
          <p:nvPr>
            <p:ph type="title"/>
          </p:nvPr>
        </p:nvSpPr>
        <p:spPr/>
        <p:txBody>
          <a:bodyPr/>
          <a:lstStyle/>
          <a:p>
            <a:r>
              <a:rPr lang="ja-JP" altLang="en-US" dirty="0"/>
              <a:t>魚眼カメラのカラー画像を深さ画像に変換</a:t>
            </a:r>
            <a:endParaRPr kumimoji="1" lang="ja-JP" altLang="en-US" dirty="0"/>
          </a:p>
        </p:txBody>
      </p:sp>
      <p:sp>
        <p:nvSpPr>
          <p:cNvPr id="4" name="スライド番号プレースホルダー 3">
            <a:extLst>
              <a:ext uri="{FF2B5EF4-FFF2-40B4-BE49-F238E27FC236}">
                <a16:creationId xmlns:a16="http://schemas.microsoft.com/office/drawing/2014/main" id="{40453349-DEBC-4942-3795-4A0E813F075F}"/>
              </a:ext>
            </a:extLst>
          </p:cNvPr>
          <p:cNvSpPr>
            <a:spLocks noGrp="1"/>
          </p:cNvSpPr>
          <p:nvPr>
            <p:ph type="sldNum" sz="quarter" idx="12"/>
          </p:nvPr>
        </p:nvSpPr>
        <p:spPr/>
        <p:txBody>
          <a:bodyPr/>
          <a:lstStyle/>
          <a:p>
            <a:fld id="{36CC8B87-28FD-40C1-8BEA-A488324BDA2F}" type="slidenum">
              <a:rPr kumimoji="1" lang="ja-JP" altLang="en-US" smtClean="0"/>
              <a:t>8</a:t>
            </a:fld>
            <a:endParaRPr kumimoji="1" lang="ja-JP" altLang="en-US" dirty="0"/>
          </a:p>
        </p:txBody>
      </p:sp>
      <p:grpSp>
        <p:nvGrpSpPr>
          <p:cNvPr id="10" name="グループ化 9">
            <a:extLst>
              <a:ext uri="{FF2B5EF4-FFF2-40B4-BE49-F238E27FC236}">
                <a16:creationId xmlns:a16="http://schemas.microsoft.com/office/drawing/2014/main" id="{8FADC041-149E-0061-ADD3-45B13DAA7553}"/>
              </a:ext>
            </a:extLst>
          </p:cNvPr>
          <p:cNvGrpSpPr/>
          <p:nvPr/>
        </p:nvGrpSpPr>
        <p:grpSpPr>
          <a:xfrm>
            <a:off x="3185717" y="3857678"/>
            <a:ext cx="1516083" cy="1550945"/>
            <a:chOff x="5664122" y="3576219"/>
            <a:chExt cx="1586716" cy="1585381"/>
          </a:xfrm>
        </p:grpSpPr>
        <p:sp>
          <p:nvSpPr>
            <p:cNvPr id="5" name="部分円 4">
              <a:extLst>
                <a:ext uri="{FF2B5EF4-FFF2-40B4-BE49-F238E27FC236}">
                  <a16:creationId xmlns:a16="http://schemas.microsoft.com/office/drawing/2014/main" id="{9887A08A-D002-975A-7501-2FBF50BF726D}"/>
                </a:ext>
              </a:extLst>
            </p:cNvPr>
            <p:cNvSpPr/>
            <p:nvPr/>
          </p:nvSpPr>
          <p:spPr>
            <a:xfrm rot="21447112">
              <a:off x="6135858" y="3576219"/>
              <a:ext cx="650069" cy="651843"/>
            </a:xfrm>
            <a:prstGeom prst="pie">
              <a:avLst>
                <a:gd name="adj1" fmla="val 8998221"/>
                <a:gd name="adj2" fmla="val 1857598"/>
              </a:avLst>
            </a:prstGeom>
            <a:noFill/>
            <a:ln>
              <a:solidFill>
                <a:srgbClr val="0070C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ja-JP" altLang="en-US" dirty="0">
                <a:solidFill>
                  <a:srgbClr val="0070C0"/>
                </a:solidFill>
              </a:endParaRPr>
            </a:p>
          </p:txBody>
        </p:sp>
        <p:sp>
          <p:nvSpPr>
            <p:cNvPr id="6" name="部分円 5">
              <a:extLst>
                <a:ext uri="{FF2B5EF4-FFF2-40B4-BE49-F238E27FC236}">
                  <a16:creationId xmlns:a16="http://schemas.microsoft.com/office/drawing/2014/main" id="{47172F57-0960-D8B9-C381-96C3D76BEF19}"/>
                </a:ext>
              </a:extLst>
            </p:cNvPr>
            <p:cNvSpPr/>
            <p:nvPr/>
          </p:nvSpPr>
          <p:spPr>
            <a:xfrm rot="5400000">
              <a:off x="6599882" y="4048432"/>
              <a:ext cx="650069" cy="651843"/>
            </a:xfrm>
            <a:prstGeom prst="pie">
              <a:avLst>
                <a:gd name="adj1" fmla="val 8998221"/>
                <a:gd name="adj2" fmla="val 1857598"/>
              </a:avLst>
            </a:prstGeom>
            <a:noFill/>
            <a:ln>
              <a:solidFill>
                <a:schemeClr val="tx1"/>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ja-JP" altLang="en-US" dirty="0">
                <a:solidFill>
                  <a:srgbClr val="0070C0"/>
                </a:solidFill>
              </a:endParaRPr>
            </a:p>
          </p:txBody>
        </p:sp>
        <p:sp>
          <p:nvSpPr>
            <p:cNvPr id="7" name="部分円 6">
              <a:extLst>
                <a:ext uri="{FF2B5EF4-FFF2-40B4-BE49-F238E27FC236}">
                  <a16:creationId xmlns:a16="http://schemas.microsoft.com/office/drawing/2014/main" id="{E39B28D2-95FA-820B-545C-99BC242816EF}"/>
                </a:ext>
              </a:extLst>
            </p:cNvPr>
            <p:cNvSpPr/>
            <p:nvPr/>
          </p:nvSpPr>
          <p:spPr>
            <a:xfrm rot="16200000">
              <a:off x="5665009" y="4048432"/>
              <a:ext cx="650069" cy="651843"/>
            </a:xfrm>
            <a:prstGeom prst="pie">
              <a:avLst>
                <a:gd name="adj1" fmla="val 8998221"/>
                <a:gd name="adj2" fmla="val 1857598"/>
              </a:avLst>
            </a:prstGeom>
            <a:noFill/>
            <a:ln>
              <a:solidFill>
                <a:schemeClr val="bg1">
                  <a:lumMod val="10000"/>
                </a:schemeClr>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ja-JP" altLang="en-US" dirty="0">
                <a:solidFill>
                  <a:srgbClr val="0070C0"/>
                </a:solidFill>
              </a:endParaRPr>
            </a:p>
          </p:txBody>
        </p:sp>
        <p:sp>
          <p:nvSpPr>
            <p:cNvPr id="8" name="ひし形 7">
              <a:extLst>
                <a:ext uri="{FF2B5EF4-FFF2-40B4-BE49-F238E27FC236}">
                  <a16:creationId xmlns:a16="http://schemas.microsoft.com/office/drawing/2014/main" id="{D306BAF8-5823-3AB4-5A4C-06F3CE4466ED}"/>
                </a:ext>
              </a:extLst>
            </p:cNvPr>
            <p:cNvSpPr/>
            <p:nvPr/>
          </p:nvSpPr>
          <p:spPr>
            <a:xfrm>
              <a:off x="6003693" y="3917154"/>
              <a:ext cx="914400" cy="914400"/>
            </a:xfrm>
            <a:prstGeom prst="diamond">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部分円 8">
              <a:extLst>
                <a:ext uri="{FF2B5EF4-FFF2-40B4-BE49-F238E27FC236}">
                  <a16:creationId xmlns:a16="http://schemas.microsoft.com/office/drawing/2014/main" id="{7E6EC077-B90B-87AE-0E52-2497FE4DAF00}"/>
                </a:ext>
              </a:extLst>
            </p:cNvPr>
            <p:cNvSpPr/>
            <p:nvPr/>
          </p:nvSpPr>
          <p:spPr>
            <a:xfrm rot="10800000">
              <a:off x="6137767" y="4509757"/>
              <a:ext cx="650069" cy="651843"/>
            </a:xfrm>
            <a:prstGeom prst="pie">
              <a:avLst>
                <a:gd name="adj1" fmla="val 8998221"/>
                <a:gd name="adj2" fmla="val 1857598"/>
              </a:avLst>
            </a:prstGeom>
            <a:noFill/>
            <a:ln>
              <a:solidFill>
                <a:schemeClr val="bg1">
                  <a:lumMod val="10000"/>
                </a:schemeClr>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ja-JP" altLang="en-US" dirty="0">
                <a:solidFill>
                  <a:srgbClr val="0070C0"/>
                </a:solidFill>
              </a:endParaRPr>
            </a:p>
          </p:txBody>
        </p:sp>
      </p:grpSp>
      <p:sp>
        <p:nvSpPr>
          <p:cNvPr id="11" name="正方形/長方形 10">
            <a:extLst>
              <a:ext uri="{FF2B5EF4-FFF2-40B4-BE49-F238E27FC236}">
                <a16:creationId xmlns:a16="http://schemas.microsoft.com/office/drawing/2014/main" id="{94430C6E-E01E-A25A-1000-6E99744691E5}"/>
              </a:ext>
            </a:extLst>
          </p:cNvPr>
          <p:cNvSpPr/>
          <p:nvPr/>
        </p:nvSpPr>
        <p:spPr>
          <a:xfrm>
            <a:off x="845829" y="2454540"/>
            <a:ext cx="6383831" cy="375106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C4275B47-F3F5-DEF0-D63B-F7D4737C0DDE}"/>
              </a:ext>
            </a:extLst>
          </p:cNvPr>
          <p:cNvSpPr txBox="1"/>
          <p:nvPr/>
        </p:nvSpPr>
        <p:spPr>
          <a:xfrm>
            <a:off x="2482415" y="3744662"/>
            <a:ext cx="1582560" cy="369332"/>
          </a:xfrm>
          <a:prstGeom prst="rect">
            <a:avLst/>
          </a:prstGeom>
          <a:noFill/>
        </p:spPr>
        <p:txBody>
          <a:bodyPr wrap="square" rtlCol="0">
            <a:spAutoFit/>
          </a:bodyPr>
          <a:lstStyle/>
          <a:p>
            <a:r>
              <a:rPr kumimoji="1" lang="ja-JP" altLang="en-US" dirty="0">
                <a:solidFill>
                  <a:srgbClr val="0070C0"/>
                </a:solidFill>
              </a:rPr>
              <a:t>基準カメラ</a:t>
            </a:r>
          </a:p>
        </p:txBody>
      </p:sp>
      <p:sp>
        <p:nvSpPr>
          <p:cNvPr id="27" name="正方形/長方形 26">
            <a:extLst>
              <a:ext uri="{FF2B5EF4-FFF2-40B4-BE49-F238E27FC236}">
                <a16:creationId xmlns:a16="http://schemas.microsoft.com/office/drawing/2014/main" id="{27E81EA8-3E00-56EF-05C9-3D951BF2529A}"/>
              </a:ext>
            </a:extLst>
          </p:cNvPr>
          <p:cNvSpPr/>
          <p:nvPr/>
        </p:nvSpPr>
        <p:spPr>
          <a:xfrm>
            <a:off x="839789" y="1160469"/>
            <a:ext cx="11294155" cy="1809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正方形/長方形 42">
            <a:extLst>
              <a:ext uri="{FF2B5EF4-FFF2-40B4-BE49-F238E27FC236}">
                <a16:creationId xmlns:a16="http://schemas.microsoft.com/office/drawing/2014/main" id="{FAC496FE-5E87-8F57-9958-28CE07582538}"/>
              </a:ext>
            </a:extLst>
          </p:cNvPr>
          <p:cNvSpPr/>
          <p:nvPr/>
        </p:nvSpPr>
        <p:spPr>
          <a:xfrm>
            <a:off x="4905730" y="4049637"/>
            <a:ext cx="304591" cy="27086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7" name="直線コネクタ 46">
            <a:extLst>
              <a:ext uri="{FF2B5EF4-FFF2-40B4-BE49-F238E27FC236}">
                <a16:creationId xmlns:a16="http://schemas.microsoft.com/office/drawing/2014/main" id="{1F6CEFEE-9515-2ED1-73B3-93AC1DD02B9D}"/>
              </a:ext>
            </a:extLst>
          </p:cNvPr>
          <p:cNvCxnSpPr>
            <a:cxnSpLocks/>
          </p:cNvCxnSpPr>
          <p:nvPr/>
        </p:nvCxnSpPr>
        <p:spPr>
          <a:xfrm flipV="1">
            <a:off x="3947028" y="1371606"/>
            <a:ext cx="3044329" cy="2819599"/>
          </a:xfrm>
          <a:prstGeom prst="line">
            <a:avLst/>
          </a:prstGeom>
          <a:ln>
            <a:solidFill>
              <a:srgbClr val="0070C0"/>
            </a:solidFill>
            <a:prstDash val="sysDash"/>
          </a:ln>
        </p:spPr>
        <p:style>
          <a:lnRef idx="2">
            <a:schemeClr val="accent1"/>
          </a:lnRef>
          <a:fillRef idx="0">
            <a:schemeClr val="accent1"/>
          </a:fillRef>
          <a:effectRef idx="1">
            <a:schemeClr val="accent1"/>
          </a:effectRef>
          <a:fontRef idx="minor">
            <a:schemeClr val="tx1"/>
          </a:fontRef>
        </p:style>
      </p:cxnSp>
      <p:sp>
        <p:nvSpPr>
          <p:cNvPr id="48" name="テキスト ボックス 47">
            <a:extLst>
              <a:ext uri="{FF2B5EF4-FFF2-40B4-BE49-F238E27FC236}">
                <a16:creationId xmlns:a16="http://schemas.microsoft.com/office/drawing/2014/main" id="{3813206D-DA7E-279C-99E2-83DF96B39196}"/>
              </a:ext>
            </a:extLst>
          </p:cNvPr>
          <p:cNvSpPr txBox="1"/>
          <p:nvPr/>
        </p:nvSpPr>
        <p:spPr>
          <a:xfrm>
            <a:off x="7318499" y="1341439"/>
            <a:ext cx="800219" cy="732060"/>
          </a:xfrm>
          <a:prstGeom prst="rect">
            <a:avLst/>
          </a:prstGeom>
          <a:noFill/>
        </p:spPr>
        <p:txBody>
          <a:bodyPr wrap="none" rtlCol="0">
            <a:spAutoFit/>
          </a:bodyPr>
          <a:lstStyle/>
          <a:p>
            <a:pPr>
              <a:lnSpc>
                <a:spcPct val="200000"/>
              </a:lnSpc>
            </a:pPr>
            <a:r>
              <a:rPr lang="ja-JP" altLang="en-US" sz="2400" b="1" dirty="0"/>
              <a:t>手順</a:t>
            </a:r>
            <a:endParaRPr lang="en-US" altLang="ja-JP" sz="2400" b="1" dirty="0"/>
          </a:p>
        </p:txBody>
      </p:sp>
      <p:sp>
        <p:nvSpPr>
          <p:cNvPr id="13" name="楕円 12">
            <a:extLst>
              <a:ext uri="{FF2B5EF4-FFF2-40B4-BE49-F238E27FC236}">
                <a16:creationId xmlns:a16="http://schemas.microsoft.com/office/drawing/2014/main" id="{51E4469A-DD46-D752-B96C-390C5206805C}"/>
              </a:ext>
            </a:extLst>
          </p:cNvPr>
          <p:cNvSpPr/>
          <p:nvPr/>
        </p:nvSpPr>
        <p:spPr>
          <a:xfrm>
            <a:off x="4820310" y="3266111"/>
            <a:ext cx="108703" cy="104852"/>
          </a:xfrm>
          <a:prstGeom prst="ellipse">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20" name="直線矢印コネクタ 19">
            <a:extLst>
              <a:ext uri="{FF2B5EF4-FFF2-40B4-BE49-F238E27FC236}">
                <a16:creationId xmlns:a16="http://schemas.microsoft.com/office/drawing/2014/main" id="{06BB34CD-DC96-762D-EA14-189CB13506FB}"/>
              </a:ext>
            </a:extLst>
          </p:cNvPr>
          <p:cNvCxnSpPr>
            <a:cxnSpLocks/>
            <a:stCxn id="8" idx="0"/>
          </p:cNvCxnSpPr>
          <p:nvPr/>
        </p:nvCxnSpPr>
        <p:spPr>
          <a:xfrm flipV="1">
            <a:off x="3947025" y="3973953"/>
            <a:ext cx="234455" cy="217251"/>
          </a:xfrm>
          <a:prstGeom prst="straightConnector1">
            <a:avLst/>
          </a:prstGeom>
          <a:ln>
            <a:solidFill>
              <a:srgbClr val="0070C0"/>
            </a:solidFill>
            <a:tailEnd type="triangle"/>
          </a:ln>
        </p:spPr>
        <p:style>
          <a:lnRef idx="2">
            <a:schemeClr val="accent1"/>
          </a:lnRef>
          <a:fillRef idx="0">
            <a:schemeClr val="accent1"/>
          </a:fillRef>
          <a:effectRef idx="1">
            <a:schemeClr val="accent1"/>
          </a:effectRef>
          <a:fontRef idx="minor">
            <a:schemeClr val="tx1"/>
          </a:fontRef>
        </p:style>
      </p:cxnSp>
      <p:cxnSp>
        <p:nvCxnSpPr>
          <p:cNvPr id="23" name="直線コネクタ 22">
            <a:extLst>
              <a:ext uri="{FF2B5EF4-FFF2-40B4-BE49-F238E27FC236}">
                <a16:creationId xmlns:a16="http://schemas.microsoft.com/office/drawing/2014/main" id="{67C7F44A-769F-8AF6-6D55-B10901BFAE90}"/>
              </a:ext>
            </a:extLst>
          </p:cNvPr>
          <p:cNvCxnSpPr>
            <a:cxnSpLocks/>
          </p:cNvCxnSpPr>
          <p:nvPr/>
        </p:nvCxnSpPr>
        <p:spPr>
          <a:xfrm flipH="1">
            <a:off x="4383871" y="3318541"/>
            <a:ext cx="490788" cy="1319931"/>
          </a:xfrm>
          <a:prstGeom prst="line">
            <a:avLst/>
          </a:prstGeom>
          <a:ln>
            <a:solidFill>
              <a:schemeClr val="tx1"/>
            </a:solidFill>
            <a:prstDash val="sysDash"/>
          </a:ln>
        </p:spPr>
        <p:style>
          <a:lnRef idx="2">
            <a:schemeClr val="accent1"/>
          </a:lnRef>
          <a:fillRef idx="0">
            <a:schemeClr val="accent1"/>
          </a:fillRef>
          <a:effectRef idx="1">
            <a:schemeClr val="accent1"/>
          </a:effectRef>
          <a:fontRef idx="minor">
            <a:schemeClr val="tx1"/>
          </a:fontRef>
        </p:style>
      </p:cxnSp>
      <p:cxnSp>
        <p:nvCxnSpPr>
          <p:cNvPr id="24" name="直線コネクタ 23">
            <a:extLst>
              <a:ext uri="{FF2B5EF4-FFF2-40B4-BE49-F238E27FC236}">
                <a16:creationId xmlns:a16="http://schemas.microsoft.com/office/drawing/2014/main" id="{3B8F566F-1029-3E31-9AB9-C59CB5E2F467}"/>
              </a:ext>
            </a:extLst>
          </p:cNvPr>
          <p:cNvCxnSpPr>
            <a:cxnSpLocks/>
          </p:cNvCxnSpPr>
          <p:nvPr/>
        </p:nvCxnSpPr>
        <p:spPr>
          <a:xfrm flipH="1">
            <a:off x="4390389" y="2003189"/>
            <a:ext cx="1943811" cy="2653139"/>
          </a:xfrm>
          <a:prstGeom prst="line">
            <a:avLst/>
          </a:prstGeom>
          <a:ln>
            <a:solidFill>
              <a:schemeClr val="tx1"/>
            </a:solidFill>
            <a:prstDash val="sysDash"/>
          </a:ln>
        </p:spPr>
        <p:style>
          <a:lnRef idx="2">
            <a:schemeClr val="accent1"/>
          </a:lnRef>
          <a:fillRef idx="0">
            <a:schemeClr val="accent1"/>
          </a:fillRef>
          <a:effectRef idx="1">
            <a:schemeClr val="accent1"/>
          </a:effectRef>
          <a:fontRef idx="minor">
            <a:schemeClr val="tx1"/>
          </a:fontRef>
        </p:style>
      </p:cxnSp>
      <p:cxnSp>
        <p:nvCxnSpPr>
          <p:cNvPr id="25" name="直線矢印コネクタ 24">
            <a:extLst>
              <a:ext uri="{FF2B5EF4-FFF2-40B4-BE49-F238E27FC236}">
                <a16:creationId xmlns:a16="http://schemas.microsoft.com/office/drawing/2014/main" id="{0B45463B-2D2D-E588-4B89-026419E82484}"/>
              </a:ext>
            </a:extLst>
          </p:cNvPr>
          <p:cNvCxnSpPr>
            <a:cxnSpLocks/>
            <a:stCxn id="8" idx="3"/>
          </p:cNvCxnSpPr>
          <p:nvPr/>
        </p:nvCxnSpPr>
        <p:spPr>
          <a:xfrm flipV="1">
            <a:off x="4383874" y="4320495"/>
            <a:ext cx="121457" cy="317976"/>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269102394"/>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56" presetClass="path" presetSubtype="0" accel="50000" decel="50000" fill="hold" grpId="0" nodeType="clickEffect">
                                  <p:stCondLst>
                                    <p:cond delay="0"/>
                                  </p:stCondLst>
                                  <p:childTnLst>
                                    <p:animMotion origin="layout" path="M 4.16667E-7 3.7037E-6 L 0.11979 -0.19375 " pathEditMode="relative" rAng="0" ptsTypes="AA">
                                      <p:cBhvr>
                                        <p:cTn id="6" dur="2000" fill="hold"/>
                                        <p:tgtEl>
                                          <p:spTgt spid="13"/>
                                        </p:tgtEl>
                                        <p:attrNameLst>
                                          <p:attrName>ppt_x</p:attrName>
                                          <p:attrName>ppt_y</p:attrName>
                                        </p:attrNameLst>
                                      </p:cBhvr>
                                      <p:rCtr x="5990" y="-9699"/>
                                    </p:animMotion>
                                  </p:childTnLst>
                                </p:cTn>
                              </p:par>
                              <p:par>
                                <p:cTn id="7" presetID="42" presetClass="path" presetSubtype="0" accel="50000" decel="50000" fill="hold" nodeType="withEffect">
                                  <p:stCondLst>
                                    <p:cond delay="0"/>
                                  </p:stCondLst>
                                  <p:childTnLst>
                                    <p:animMotion origin="layout" path="M -3.125E-6 -0.00023 L 0.0056 0.00417 " pathEditMode="relative" rAng="0" ptsTypes="AA">
                                      <p:cBhvr>
                                        <p:cTn id="8" dur="2000" fill="hold"/>
                                        <p:tgtEl>
                                          <p:spTgt spid="25"/>
                                        </p:tgtEl>
                                        <p:attrNameLst>
                                          <p:attrName>ppt_x</p:attrName>
                                          <p:attrName>ppt_y</p:attrName>
                                        </p:attrNameLst>
                                      </p:cBhvr>
                                      <p:rCtr x="273" y="208"/>
                                    </p:animMotion>
                                  </p:childTnLst>
                                </p:cTn>
                              </p:par>
                              <p:par>
                                <p:cTn id="9" presetID="8" presetClass="emph" presetSubtype="0" fill="hold" nodeType="withEffect">
                                  <p:stCondLst>
                                    <p:cond delay="0"/>
                                  </p:stCondLst>
                                  <p:childTnLst>
                                    <p:animRot by="900000">
                                      <p:cBhvr>
                                        <p:cTn id="10" dur="2000" fill="hold"/>
                                        <p:tgtEl>
                                          <p:spTgt spid="25"/>
                                        </p:tgtEl>
                                        <p:attrNameLst>
                                          <p:attrName>r</p:attrName>
                                        </p:attrNameLst>
                                      </p:cBhvr>
                                    </p:animRot>
                                  </p:childTnLst>
                                </p:cTn>
                              </p:par>
                              <p:par>
                                <p:cTn id="11" presetID="10" presetClass="entr" presetSubtype="0" fill="hold" nodeType="withEffect">
                                  <p:stCondLst>
                                    <p:cond delay="0"/>
                                  </p:stCondLst>
                                  <p:childTnLst>
                                    <p:set>
                                      <p:cBhvr>
                                        <p:cTn id="12" dur="1" fill="hold">
                                          <p:stCondLst>
                                            <p:cond delay="0"/>
                                          </p:stCondLst>
                                        </p:cTn>
                                        <p:tgtEl>
                                          <p:spTgt spid="24"/>
                                        </p:tgtEl>
                                        <p:attrNameLst>
                                          <p:attrName>style.visibility</p:attrName>
                                        </p:attrNameLst>
                                      </p:cBhvr>
                                      <p:to>
                                        <p:strVal val="visible"/>
                                      </p:to>
                                    </p:set>
                                    <p:animEffect transition="in" filter="fade">
                                      <p:cBhvr>
                                        <p:cTn id="13" dur="5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13" grpId="0" animBg="1"/>
    </p:bld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ACB2112-A114-1596-0AB3-484793EF4E37}"/>
            </a:ext>
          </a:extLst>
        </p:cNvPr>
        <p:cNvGrpSpPr/>
        <p:nvPr/>
      </p:nvGrpSpPr>
      <p:grpSpPr>
        <a:xfrm>
          <a:off x="0" y="0"/>
          <a:ext cx="0" cy="0"/>
          <a:chOff x="0" y="0"/>
          <a:chExt cx="0" cy="0"/>
        </a:xfrm>
      </p:grpSpPr>
      <p:sp>
        <p:nvSpPr>
          <p:cNvPr id="46" name="部分円 45">
            <a:extLst>
              <a:ext uri="{FF2B5EF4-FFF2-40B4-BE49-F238E27FC236}">
                <a16:creationId xmlns:a16="http://schemas.microsoft.com/office/drawing/2014/main" id="{ED28DE66-F070-4DCB-FDD2-209AB01FE3FF}"/>
              </a:ext>
            </a:extLst>
          </p:cNvPr>
          <p:cNvSpPr/>
          <p:nvPr/>
        </p:nvSpPr>
        <p:spPr>
          <a:xfrm>
            <a:off x="224025" y="1861825"/>
            <a:ext cx="1257243" cy="1206751"/>
          </a:xfrm>
          <a:prstGeom prst="pie">
            <a:avLst>
              <a:gd name="adj1" fmla="val 0"/>
              <a:gd name="adj2" fmla="val 543305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4" name="正方形/長方形 43">
            <a:extLst>
              <a:ext uri="{FF2B5EF4-FFF2-40B4-BE49-F238E27FC236}">
                <a16:creationId xmlns:a16="http://schemas.microsoft.com/office/drawing/2014/main" id="{81268097-ADF8-C898-2760-C70CF0B08D39}"/>
              </a:ext>
            </a:extLst>
          </p:cNvPr>
          <p:cNvSpPr/>
          <p:nvPr/>
        </p:nvSpPr>
        <p:spPr>
          <a:xfrm>
            <a:off x="1456712" y="4898345"/>
            <a:ext cx="648869" cy="11037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フローチャート: 結合子 25">
            <a:extLst>
              <a:ext uri="{FF2B5EF4-FFF2-40B4-BE49-F238E27FC236}">
                <a16:creationId xmlns:a16="http://schemas.microsoft.com/office/drawing/2014/main" id="{4360256A-2DF0-8251-68C1-B2523481968E}"/>
              </a:ext>
            </a:extLst>
          </p:cNvPr>
          <p:cNvSpPr/>
          <p:nvPr/>
        </p:nvSpPr>
        <p:spPr>
          <a:xfrm>
            <a:off x="779236" y="1058420"/>
            <a:ext cx="6500405" cy="6329360"/>
          </a:xfrm>
          <a:prstGeom prst="flowChartConnector">
            <a:avLst/>
          </a:prstGeom>
          <a:noFill/>
          <a:ln>
            <a:solidFill>
              <a:srgbClr val="0070C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ED82C431-AC4F-85EF-B941-CA6A9173F567}"/>
              </a:ext>
            </a:extLst>
          </p:cNvPr>
          <p:cNvSpPr>
            <a:spLocks noGrp="1"/>
          </p:cNvSpPr>
          <p:nvPr>
            <p:ph type="title"/>
          </p:nvPr>
        </p:nvSpPr>
        <p:spPr/>
        <p:txBody>
          <a:bodyPr/>
          <a:lstStyle/>
          <a:p>
            <a:r>
              <a:rPr lang="ja-JP" altLang="en-US" dirty="0"/>
              <a:t>魚眼カメラのカラー画像を深さ画像に変換</a:t>
            </a:r>
            <a:endParaRPr kumimoji="1" lang="ja-JP" altLang="en-US" dirty="0"/>
          </a:p>
        </p:txBody>
      </p:sp>
      <p:sp>
        <p:nvSpPr>
          <p:cNvPr id="4" name="スライド番号プレースホルダー 3">
            <a:extLst>
              <a:ext uri="{FF2B5EF4-FFF2-40B4-BE49-F238E27FC236}">
                <a16:creationId xmlns:a16="http://schemas.microsoft.com/office/drawing/2014/main" id="{7AE1C7B1-24F3-EC9D-0449-4646538B6739}"/>
              </a:ext>
            </a:extLst>
          </p:cNvPr>
          <p:cNvSpPr>
            <a:spLocks noGrp="1"/>
          </p:cNvSpPr>
          <p:nvPr>
            <p:ph type="sldNum" sz="quarter" idx="12"/>
          </p:nvPr>
        </p:nvSpPr>
        <p:spPr/>
        <p:txBody>
          <a:bodyPr/>
          <a:lstStyle/>
          <a:p>
            <a:fld id="{36CC8B87-28FD-40C1-8BEA-A488324BDA2F}" type="slidenum">
              <a:rPr kumimoji="1" lang="ja-JP" altLang="en-US" smtClean="0"/>
              <a:t>9</a:t>
            </a:fld>
            <a:endParaRPr kumimoji="1" lang="ja-JP" altLang="en-US" dirty="0"/>
          </a:p>
        </p:txBody>
      </p:sp>
      <p:grpSp>
        <p:nvGrpSpPr>
          <p:cNvPr id="10" name="グループ化 9">
            <a:extLst>
              <a:ext uri="{FF2B5EF4-FFF2-40B4-BE49-F238E27FC236}">
                <a16:creationId xmlns:a16="http://schemas.microsoft.com/office/drawing/2014/main" id="{ABCEEB7D-1F7C-FCDB-34A3-3C7168E0A13D}"/>
              </a:ext>
            </a:extLst>
          </p:cNvPr>
          <p:cNvGrpSpPr/>
          <p:nvPr/>
        </p:nvGrpSpPr>
        <p:grpSpPr>
          <a:xfrm>
            <a:off x="3185717" y="3857678"/>
            <a:ext cx="1516083" cy="1550945"/>
            <a:chOff x="5664122" y="3576219"/>
            <a:chExt cx="1586716" cy="1585381"/>
          </a:xfrm>
        </p:grpSpPr>
        <p:sp>
          <p:nvSpPr>
            <p:cNvPr id="5" name="部分円 4">
              <a:extLst>
                <a:ext uri="{FF2B5EF4-FFF2-40B4-BE49-F238E27FC236}">
                  <a16:creationId xmlns:a16="http://schemas.microsoft.com/office/drawing/2014/main" id="{EBECDEA7-8DD1-F712-4342-AC6DC2F15B74}"/>
                </a:ext>
              </a:extLst>
            </p:cNvPr>
            <p:cNvSpPr/>
            <p:nvPr/>
          </p:nvSpPr>
          <p:spPr>
            <a:xfrm rot="21447112">
              <a:off x="6135858" y="3576219"/>
              <a:ext cx="650069" cy="651843"/>
            </a:xfrm>
            <a:prstGeom prst="pie">
              <a:avLst>
                <a:gd name="adj1" fmla="val 8998221"/>
                <a:gd name="adj2" fmla="val 1857598"/>
              </a:avLst>
            </a:prstGeom>
            <a:noFill/>
            <a:ln>
              <a:solidFill>
                <a:srgbClr val="0070C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ja-JP" altLang="en-US" dirty="0">
                <a:solidFill>
                  <a:srgbClr val="0070C0"/>
                </a:solidFill>
              </a:endParaRPr>
            </a:p>
          </p:txBody>
        </p:sp>
        <p:sp>
          <p:nvSpPr>
            <p:cNvPr id="6" name="部分円 5">
              <a:extLst>
                <a:ext uri="{FF2B5EF4-FFF2-40B4-BE49-F238E27FC236}">
                  <a16:creationId xmlns:a16="http://schemas.microsoft.com/office/drawing/2014/main" id="{5B5A9B31-7A2C-0734-CC18-5CF6A80C16E5}"/>
                </a:ext>
              </a:extLst>
            </p:cNvPr>
            <p:cNvSpPr/>
            <p:nvPr/>
          </p:nvSpPr>
          <p:spPr>
            <a:xfrm rot="5400000">
              <a:off x="6599882" y="4048432"/>
              <a:ext cx="650069" cy="651843"/>
            </a:xfrm>
            <a:prstGeom prst="pie">
              <a:avLst>
                <a:gd name="adj1" fmla="val 8998221"/>
                <a:gd name="adj2" fmla="val 1857598"/>
              </a:avLst>
            </a:prstGeom>
            <a:noFill/>
            <a:ln>
              <a:solidFill>
                <a:schemeClr val="bg1">
                  <a:lumMod val="10000"/>
                </a:schemeClr>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ja-JP" altLang="en-US" dirty="0">
                <a:solidFill>
                  <a:srgbClr val="0070C0"/>
                </a:solidFill>
              </a:endParaRPr>
            </a:p>
          </p:txBody>
        </p:sp>
        <p:sp>
          <p:nvSpPr>
            <p:cNvPr id="7" name="部分円 6">
              <a:extLst>
                <a:ext uri="{FF2B5EF4-FFF2-40B4-BE49-F238E27FC236}">
                  <a16:creationId xmlns:a16="http://schemas.microsoft.com/office/drawing/2014/main" id="{08769D2A-E730-1728-5C59-502E8B4CC6DF}"/>
                </a:ext>
              </a:extLst>
            </p:cNvPr>
            <p:cNvSpPr/>
            <p:nvPr/>
          </p:nvSpPr>
          <p:spPr>
            <a:xfrm rot="16200000">
              <a:off x="5665009" y="4048432"/>
              <a:ext cx="650069" cy="651843"/>
            </a:xfrm>
            <a:prstGeom prst="pie">
              <a:avLst>
                <a:gd name="adj1" fmla="val 8998221"/>
                <a:gd name="adj2" fmla="val 1857598"/>
              </a:avLst>
            </a:prstGeom>
            <a:noFill/>
            <a:ln>
              <a:solidFill>
                <a:schemeClr val="bg1">
                  <a:lumMod val="10000"/>
                </a:schemeClr>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ja-JP" altLang="en-US" dirty="0">
                <a:solidFill>
                  <a:srgbClr val="0070C0"/>
                </a:solidFill>
              </a:endParaRPr>
            </a:p>
          </p:txBody>
        </p:sp>
        <p:sp>
          <p:nvSpPr>
            <p:cNvPr id="8" name="ひし形 7">
              <a:extLst>
                <a:ext uri="{FF2B5EF4-FFF2-40B4-BE49-F238E27FC236}">
                  <a16:creationId xmlns:a16="http://schemas.microsoft.com/office/drawing/2014/main" id="{E779C437-AD6E-A6C8-DBFE-B341527106D3}"/>
                </a:ext>
              </a:extLst>
            </p:cNvPr>
            <p:cNvSpPr/>
            <p:nvPr/>
          </p:nvSpPr>
          <p:spPr>
            <a:xfrm>
              <a:off x="6003693" y="3917154"/>
              <a:ext cx="914400" cy="914400"/>
            </a:xfrm>
            <a:prstGeom prst="diamond">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部分円 8">
              <a:extLst>
                <a:ext uri="{FF2B5EF4-FFF2-40B4-BE49-F238E27FC236}">
                  <a16:creationId xmlns:a16="http://schemas.microsoft.com/office/drawing/2014/main" id="{A7726DA4-68C8-B558-9578-217402596D6C}"/>
                </a:ext>
              </a:extLst>
            </p:cNvPr>
            <p:cNvSpPr/>
            <p:nvPr/>
          </p:nvSpPr>
          <p:spPr>
            <a:xfrm rot="10800000">
              <a:off x="6137767" y="4509757"/>
              <a:ext cx="650069" cy="651843"/>
            </a:xfrm>
            <a:prstGeom prst="pie">
              <a:avLst>
                <a:gd name="adj1" fmla="val 8998221"/>
                <a:gd name="adj2" fmla="val 1857598"/>
              </a:avLst>
            </a:prstGeom>
            <a:noFill/>
            <a:ln>
              <a:solidFill>
                <a:schemeClr val="bg1">
                  <a:lumMod val="10000"/>
                </a:schemeClr>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ja-JP" altLang="en-US" dirty="0">
                <a:solidFill>
                  <a:srgbClr val="0070C0"/>
                </a:solidFill>
              </a:endParaRPr>
            </a:p>
          </p:txBody>
        </p:sp>
      </p:grpSp>
      <p:sp>
        <p:nvSpPr>
          <p:cNvPr id="11" name="正方形/長方形 10">
            <a:extLst>
              <a:ext uri="{FF2B5EF4-FFF2-40B4-BE49-F238E27FC236}">
                <a16:creationId xmlns:a16="http://schemas.microsoft.com/office/drawing/2014/main" id="{AFB8E925-DF0F-A7EB-98B1-76B905FDF24B}"/>
              </a:ext>
            </a:extLst>
          </p:cNvPr>
          <p:cNvSpPr/>
          <p:nvPr/>
        </p:nvSpPr>
        <p:spPr>
          <a:xfrm>
            <a:off x="845829" y="2454540"/>
            <a:ext cx="6383831" cy="375106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7" name="テキスト ボックス 16">
            <a:extLst>
              <a:ext uri="{FF2B5EF4-FFF2-40B4-BE49-F238E27FC236}">
                <a16:creationId xmlns:a16="http://schemas.microsoft.com/office/drawing/2014/main" id="{1AE5D20B-260C-DD3D-8DB0-782A9C39B83A}"/>
              </a:ext>
            </a:extLst>
          </p:cNvPr>
          <p:cNvSpPr txBox="1"/>
          <p:nvPr/>
        </p:nvSpPr>
        <p:spPr>
          <a:xfrm>
            <a:off x="2482415" y="3744662"/>
            <a:ext cx="1582560" cy="369332"/>
          </a:xfrm>
          <a:prstGeom prst="rect">
            <a:avLst/>
          </a:prstGeom>
          <a:noFill/>
        </p:spPr>
        <p:txBody>
          <a:bodyPr wrap="square" rtlCol="0">
            <a:spAutoFit/>
          </a:bodyPr>
          <a:lstStyle/>
          <a:p>
            <a:r>
              <a:rPr kumimoji="1" lang="ja-JP" altLang="en-US" dirty="0">
                <a:solidFill>
                  <a:srgbClr val="0070C0"/>
                </a:solidFill>
              </a:rPr>
              <a:t>基準カメラ</a:t>
            </a:r>
          </a:p>
        </p:txBody>
      </p:sp>
      <p:sp>
        <p:nvSpPr>
          <p:cNvPr id="22" name="フローチャート: 結合子 21">
            <a:extLst>
              <a:ext uri="{FF2B5EF4-FFF2-40B4-BE49-F238E27FC236}">
                <a16:creationId xmlns:a16="http://schemas.microsoft.com/office/drawing/2014/main" id="{300DFF4F-F4DC-486C-EC00-8781812A99ED}"/>
              </a:ext>
            </a:extLst>
          </p:cNvPr>
          <p:cNvSpPr/>
          <p:nvPr/>
        </p:nvSpPr>
        <p:spPr>
          <a:xfrm>
            <a:off x="2747657" y="2947117"/>
            <a:ext cx="2491943" cy="2536235"/>
          </a:xfrm>
          <a:prstGeom prst="flowChartConnector">
            <a:avLst/>
          </a:prstGeom>
          <a:noFill/>
          <a:ln>
            <a:solidFill>
              <a:srgbClr val="0070C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フローチャート: 結合子 22">
            <a:extLst>
              <a:ext uri="{FF2B5EF4-FFF2-40B4-BE49-F238E27FC236}">
                <a16:creationId xmlns:a16="http://schemas.microsoft.com/office/drawing/2014/main" id="{CD0CB5FD-EC20-972B-3676-D8FE7AF45874}"/>
              </a:ext>
            </a:extLst>
          </p:cNvPr>
          <p:cNvSpPr/>
          <p:nvPr/>
        </p:nvSpPr>
        <p:spPr>
          <a:xfrm>
            <a:off x="1751695" y="1998106"/>
            <a:ext cx="4540920" cy="4504303"/>
          </a:xfrm>
          <a:prstGeom prst="flowChartConnector">
            <a:avLst/>
          </a:prstGeom>
          <a:noFill/>
          <a:ln>
            <a:solidFill>
              <a:srgbClr val="0070C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フローチャート: 結合子 23">
            <a:extLst>
              <a:ext uri="{FF2B5EF4-FFF2-40B4-BE49-F238E27FC236}">
                <a16:creationId xmlns:a16="http://schemas.microsoft.com/office/drawing/2014/main" id="{39B4FD13-7869-54B4-D017-D05BE6FCCEB6}"/>
              </a:ext>
            </a:extLst>
          </p:cNvPr>
          <p:cNvSpPr/>
          <p:nvPr/>
        </p:nvSpPr>
        <p:spPr>
          <a:xfrm>
            <a:off x="2245185" y="2458811"/>
            <a:ext cx="3544425" cy="3513028"/>
          </a:xfrm>
          <a:prstGeom prst="flowChartConnector">
            <a:avLst/>
          </a:prstGeom>
          <a:noFill/>
          <a:ln>
            <a:solidFill>
              <a:srgbClr val="0070C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フローチャート: 結合子 24">
            <a:extLst>
              <a:ext uri="{FF2B5EF4-FFF2-40B4-BE49-F238E27FC236}">
                <a16:creationId xmlns:a16="http://schemas.microsoft.com/office/drawing/2014/main" id="{7BB70C67-2D1E-6478-A5B7-ED2ED88FD734}"/>
              </a:ext>
            </a:extLst>
          </p:cNvPr>
          <p:cNvSpPr/>
          <p:nvPr/>
        </p:nvSpPr>
        <p:spPr>
          <a:xfrm>
            <a:off x="1316267" y="1511725"/>
            <a:ext cx="5499759" cy="5438355"/>
          </a:xfrm>
          <a:prstGeom prst="flowChartConnector">
            <a:avLst/>
          </a:prstGeom>
          <a:noFill/>
          <a:ln>
            <a:solidFill>
              <a:srgbClr val="0070C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正方形/長方形 26">
            <a:extLst>
              <a:ext uri="{FF2B5EF4-FFF2-40B4-BE49-F238E27FC236}">
                <a16:creationId xmlns:a16="http://schemas.microsoft.com/office/drawing/2014/main" id="{373F36E7-D5B1-5B56-AD4A-3DA8EF70E215}"/>
              </a:ext>
            </a:extLst>
          </p:cNvPr>
          <p:cNvSpPr/>
          <p:nvPr/>
        </p:nvSpPr>
        <p:spPr>
          <a:xfrm>
            <a:off x="839789" y="1160469"/>
            <a:ext cx="11294155" cy="1809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正方形/長方形 42">
            <a:extLst>
              <a:ext uri="{FF2B5EF4-FFF2-40B4-BE49-F238E27FC236}">
                <a16:creationId xmlns:a16="http://schemas.microsoft.com/office/drawing/2014/main" id="{B01DD0E8-3BDB-6030-16FE-77A8D5F6C2A3}"/>
              </a:ext>
            </a:extLst>
          </p:cNvPr>
          <p:cNvSpPr/>
          <p:nvPr/>
        </p:nvSpPr>
        <p:spPr>
          <a:xfrm>
            <a:off x="4905730" y="4049637"/>
            <a:ext cx="304591" cy="27086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47" name="直線コネクタ 46">
            <a:extLst>
              <a:ext uri="{FF2B5EF4-FFF2-40B4-BE49-F238E27FC236}">
                <a16:creationId xmlns:a16="http://schemas.microsoft.com/office/drawing/2014/main" id="{F3FD6CD4-069B-2C6A-73A2-CF148C706ED0}"/>
              </a:ext>
            </a:extLst>
          </p:cNvPr>
          <p:cNvCxnSpPr>
            <a:cxnSpLocks/>
          </p:cNvCxnSpPr>
          <p:nvPr/>
        </p:nvCxnSpPr>
        <p:spPr>
          <a:xfrm flipV="1">
            <a:off x="3947028" y="1371606"/>
            <a:ext cx="3044329" cy="2819599"/>
          </a:xfrm>
          <a:prstGeom prst="line">
            <a:avLst/>
          </a:prstGeom>
          <a:ln>
            <a:solidFill>
              <a:srgbClr val="0070C0"/>
            </a:solidFill>
            <a:prstDash val="sysDash"/>
          </a:ln>
        </p:spPr>
        <p:style>
          <a:lnRef idx="2">
            <a:schemeClr val="accent1"/>
          </a:lnRef>
          <a:fillRef idx="0">
            <a:schemeClr val="accent1"/>
          </a:fillRef>
          <a:effectRef idx="1">
            <a:schemeClr val="accent1"/>
          </a:effectRef>
          <a:fontRef idx="minor">
            <a:schemeClr val="tx1"/>
          </a:fontRef>
        </p:style>
      </p:cxnSp>
      <p:sp>
        <p:nvSpPr>
          <p:cNvPr id="48" name="テキスト ボックス 47">
            <a:extLst>
              <a:ext uri="{FF2B5EF4-FFF2-40B4-BE49-F238E27FC236}">
                <a16:creationId xmlns:a16="http://schemas.microsoft.com/office/drawing/2014/main" id="{E9AC39C3-7173-2EFE-76D1-3401BBBF8736}"/>
              </a:ext>
            </a:extLst>
          </p:cNvPr>
          <p:cNvSpPr txBox="1"/>
          <p:nvPr/>
        </p:nvSpPr>
        <p:spPr>
          <a:xfrm>
            <a:off x="7318493" y="1341442"/>
            <a:ext cx="4339650" cy="1471750"/>
          </a:xfrm>
          <a:prstGeom prst="rect">
            <a:avLst/>
          </a:prstGeom>
          <a:noFill/>
        </p:spPr>
        <p:txBody>
          <a:bodyPr wrap="none" rtlCol="0">
            <a:spAutoFit/>
          </a:bodyPr>
          <a:lstStyle/>
          <a:p>
            <a:pPr>
              <a:lnSpc>
                <a:spcPct val="200000"/>
              </a:lnSpc>
            </a:pPr>
            <a:r>
              <a:rPr lang="ja-JP" altLang="en-US" sz="2400" b="1" dirty="0"/>
              <a:t>手順</a:t>
            </a:r>
            <a:endParaRPr lang="en-US" altLang="ja-JP" sz="2400" b="1" dirty="0"/>
          </a:p>
          <a:p>
            <a:pPr marL="342874" indent="-457167">
              <a:lnSpc>
                <a:spcPct val="200000"/>
              </a:lnSpc>
              <a:buFont typeface="+mj-lt"/>
              <a:buAutoNum type="arabicPeriod"/>
            </a:pPr>
            <a:r>
              <a:rPr lang="ja-JP" altLang="en-US" sz="2400" dirty="0"/>
              <a:t>深さの候補をいくつか作る</a:t>
            </a:r>
            <a:endParaRPr lang="en-US" altLang="ja-JP" sz="2400" dirty="0"/>
          </a:p>
        </p:txBody>
      </p:sp>
      <p:cxnSp>
        <p:nvCxnSpPr>
          <p:cNvPr id="12" name="直線矢印コネクタ 11">
            <a:extLst>
              <a:ext uri="{FF2B5EF4-FFF2-40B4-BE49-F238E27FC236}">
                <a16:creationId xmlns:a16="http://schemas.microsoft.com/office/drawing/2014/main" id="{6E0EB1CA-0990-8191-F025-006017F2ED99}"/>
              </a:ext>
            </a:extLst>
          </p:cNvPr>
          <p:cNvCxnSpPr>
            <a:cxnSpLocks/>
          </p:cNvCxnSpPr>
          <p:nvPr/>
        </p:nvCxnSpPr>
        <p:spPr>
          <a:xfrm flipV="1">
            <a:off x="3947025" y="3973953"/>
            <a:ext cx="234455" cy="217251"/>
          </a:xfrm>
          <a:prstGeom prst="straightConnector1">
            <a:avLst/>
          </a:prstGeom>
          <a:ln>
            <a:solidFill>
              <a:srgbClr val="0070C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906681891"/>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22"/>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24"/>
                                        </p:tgtEl>
                                        <p:attrNameLst>
                                          <p:attrName>style.visibility</p:attrName>
                                        </p:attrNameLst>
                                      </p:cBhvr>
                                      <p:to>
                                        <p:strVal val="visible"/>
                                      </p:to>
                                    </p:set>
                                  </p:childTnLst>
                                </p:cTn>
                              </p:par>
                              <p:par>
                                <p:cTn id="9" presetID="1" presetClass="entr" presetSubtype="0" fill="hold" grpId="0" nodeType="withEffect">
                                  <p:stCondLst>
                                    <p:cond delay="0"/>
                                  </p:stCondLst>
                                  <p:childTnLst>
                                    <p:set>
                                      <p:cBhvr>
                                        <p:cTn id="10" dur="1" fill="hold">
                                          <p:stCondLst>
                                            <p:cond delay="0"/>
                                          </p:stCondLst>
                                        </p:cTn>
                                        <p:tgtEl>
                                          <p:spTgt spid="23"/>
                                        </p:tgtEl>
                                        <p:attrNameLst>
                                          <p:attrName>style.visibility</p:attrName>
                                        </p:attrNameLst>
                                      </p:cBhvr>
                                      <p:to>
                                        <p:strVal val="visible"/>
                                      </p:to>
                                    </p:set>
                                  </p:childTnLst>
                                </p:cTn>
                              </p:par>
                              <p:par>
                                <p:cTn id="11" presetID="1" presetClass="entr" presetSubtype="0" fill="hold" grpId="0" nodeType="withEffect">
                                  <p:stCondLst>
                                    <p:cond delay="0"/>
                                  </p:stCondLst>
                                  <p:childTnLst>
                                    <p:set>
                                      <p:cBhvr>
                                        <p:cTn id="12" dur="1" fill="hold">
                                          <p:stCondLst>
                                            <p:cond delay="0"/>
                                          </p:stCondLst>
                                        </p:cTn>
                                        <p:tgtEl>
                                          <p:spTgt spid="25"/>
                                        </p:tgtEl>
                                        <p:attrNameLst>
                                          <p:attrName>style.visibility</p:attrName>
                                        </p:attrNameLst>
                                      </p:cBhvr>
                                      <p:to>
                                        <p:strVal val="visible"/>
                                      </p:to>
                                    </p:set>
                                  </p:childTnLst>
                                </p:cTn>
                              </p:par>
                              <p:par>
                                <p:cTn id="13" presetID="1" presetClass="entr" presetSubtype="0" fill="hold" grpId="0" nodeType="withEffect">
                                  <p:stCondLst>
                                    <p:cond delay="0"/>
                                  </p:stCondLst>
                                  <p:childTnLst>
                                    <p:set>
                                      <p:cBhvr>
                                        <p:cTn id="14" dur="1" fill="hold">
                                          <p:stCondLst>
                                            <p:cond delay="0"/>
                                          </p:stCondLst>
                                        </p:cTn>
                                        <p:tgtEl>
                                          <p:spTgt spid="26"/>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26" grpId="0" animBg="1"/>
      <p:bldP spid="22" grpId="0" animBg="1"/>
      <p:bldP spid="23" grpId="0" animBg="1"/>
      <p:bldP spid="24" grpId="0" animBg="1"/>
      <p:bldP spid="25" grpId="0" animBg="1"/>
    </p:bld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D57582F-F9B8-8478-4752-6EE2001454A4}"/>
            </a:ext>
          </a:extLst>
        </p:cNvPr>
        <p:cNvGrpSpPr/>
        <p:nvPr/>
      </p:nvGrpSpPr>
      <p:grpSpPr>
        <a:xfrm>
          <a:off x="0" y="0"/>
          <a:ext cx="0" cy="0"/>
          <a:chOff x="0" y="0"/>
          <a:chExt cx="0" cy="0"/>
        </a:xfrm>
      </p:grpSpPr>
      <p:sp>
        <p:nvSpPr>
          <p:cNvPr id="47" name="部分円 46">
            <a:extLst>
              <a:ext uri="{FF2B5EF4-FFF2-40B4-BE49-F238E27FC236}">
                <a16:creationId xmlns:a16="http://schemas.microsoft.com/office/drawing/2014/main" id="{04AA6D3D-D789-D40B-019B-0744CF363F2F}"/>
              </a:ext>
            </a:extLst>
          </p:cNvPr>
          <p:cNvSpPr/>
          <p:nvPr/>
        </p:nvSpPr>
        <p:spPr>
          <a:xfrm>
            <a:off x="224025" y="1861822"/>
            <a:ext cx="1257243" cy="1206751"/>
          </a:xfrm>
          <a:prstGeom prst="pie">
            <a:avLst>
              <a:gd name="adj1" fmla="val 0"/>
              <a:gd name="adj2" fmla="val 543305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46" name="正方形/長方形 45">
            <a:extLst>
              <a:ext uri="{FF2B5EF4-FFF2-40B4-BE49-F238E27FC236}">
                <a16:creationId xmlns:a16="http://schemas.microsoft.com/office/drawing/2014/main" id="{62D83763-68DE-6BF5-C3DD-2015254DA167}"/>
              </a:ext>
            </a:extLst>
          </p:cNvPr>
          <p:cNvSpPr/>
          <p:nvPr/>
        </p:nvSpPr>
        <p:spPr>
          <a:xfrm>
            <a:off x="1456712" y="4898341"/>
            <a:ext cx="648869" cy="11037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6" name="フローチャート: 結合子 25">
            <a:extLst>
              <a:ext uri="{FF2B5EF4-FFF2-40B4-BE49-F238E27FC236}">
                <a16:creationId xmlns:a16="http://schemas.microsoft.com/office/drawing/2014/main" id="{BB9EB5F7-708C-5AEC-5730-258E345DAE59}"/>
              </a:ext>
            </a:extLst>
          </p:cNvPr>
          <p:cNvSpPr/>
          <p:nvPr/>
        </p:nvSpPr>
        <p:spPr>
          <a:xfrm>
            <a:off x="788764" y="1058417"/>
            <a:ext cx="6500405" cy="6329360"/>
          </a:xfrm>
          <a:prstGeom prst="flowChartConnector">
            <a:avLst/>
          </a:prstGeom>
          <a:noFill/>
          <a:ln>
            <a:solidFill>
              <a:srgbClr val="0070C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 name="タイトル 1">
            <a:extLst>
              <a:ext uri="{FF2B5EF4-FFF2-40B4-BE49-F238E27FC236}">
                <a16:creationId xmlns:a16="http://schemas.microsoft.com/office/drawing/2014/main" id="{54BB2A37-629B-10A9-332C-6C284A72C867}"/>
              </a:ext>
            </a:extLst>
          </p:cNvPr>
          <p:cNvSpPr>
            <a:spLocks noGrp="1"/>
          </p:cNvSpPr>
          <p:nvPr>
            <p:ph type="title"/>
          </p:nvPr>
        </p:nvSpPr>
        <p:spPr/>
        <p:txBody>
          <a:bodyPr/>
          <a:lstStyle/>
          <a:p>
            <a:r>
              <a:rPr lang="ja-JP" altLang="en-US" dirty="0"/>
              <a:t>魚眼カメラのカラー画像から深さ画像を作成</a:t>
            </a:r>
            <a:endParaRPr kumimoji="1" lang="ja-JP" altLang="en-US" dirty="0"/>
          </a:p>
        </p:txBody>
      </p:sp>
      <p:sp>
        <p:nvSpPr>
          <p:cNvPr id="4" name="スライド番号プレースホルダー 3">
            <a:extLst>
              <a:ext uri="{FF2B5EF4-FFF2-40B4-BE49-F238E27FC236}">
                <a16:creationId xmlns:a16="http://schemas.microsoft.com/office/drawing/2014/main" id="{D7D1F5A5-C539-FAD4-7470-EBFAA4637C79}"/>
              </a:ext>
            </a:extLst>
          </p:cNvPr>
          <p:cNvSpPr>
            <a:spLocks noGrp="1"/>
          </p:cNvSpPr>
          <p:nvPr>
            <p:ph type="sldNum" sz="quarter" idx="12"/>
          </p:nvPr>
        </p:nvSpPr>
        <p:spPr/>
        <p:txBody>
          <a:bodyPr/>
          <a:lstStyle/>
          <a:p>
            <a:fld id="{36CC8B87-28FD-40C1-8BEA-A488324BDA2F}" type="slidenum">
              <a:rPr kumimoji="1" lang="ja-JP" altLang="en-US" smtClean="0"/>
              <a:t>10</a:t>
            </a:fld>
            <a:endParaRPr kumimoji="1" lang="ja-JP" altLang="en-US" dirty="0"/>
          </a:p>
        </p:txBody>
      </p:sp>
      <p:grpSp>
        <p:nvGrpSpPr>
          <p:cNvPr id="10" name="グループ化 9">
            <a:extLst>
              <a:ext uri="{FF2B5EF4-FFF2-40B4-BE49-F238E27FC236}">
                <a16:creationId xmlns:a16="http://schemas.microsoft.com/office/drawing/2014/main" id="{A9E2F42D-424D-0620-8305-85CA33192892}"/>
              </a:ext>
            </a:extLst>
          </p:cNvPr>
          <p:cNvGrpSpPr/>
          <p:nvPr/>
        </p:nvGrpSpPr>
        <p:grpSpPr>
          <a:xfrm>
            <a:off x="3185717" y="3857676"/>
            <a:ext cx="1516083" cy="1550945"/>
            <a:chOff x="5664122" y="3576219"/>
            <a:chExt cx="1586716" cy="1585381"/>
          </a:xfrm>
        </p:grpSpPr>
        <p:sp>
          <p:nvSpPr>
            <p:cNvPr id="5" name="部分円 4">
              <a:extLst>
                <a:ext uri="{FF2B5EF4-FFF2-40B4-BE49-F238E27FC236}">
                  <a16:creationId xmlns:a16="http://schemas.microsoft.com/office/drawing/2014/main" id="{1F238E1B-29D7-7E8C-6A19-5847C8B48A2D}"/>
                </a:ext>
              </a:extLst>
            </p:cNvPr>
            <p:cNvSpPr/>
            <p:nvPr/>
          </p:nvSpPr>
          <p:spPr>
            <a:xfrm rot="21447112">
              <a:off x="6135858" y="3576219"/>
              <a:ext cx="650069" cy="651843"/>
            </a:xfrm>
            <a:prstGeom prst="pie">
              <a:avLst>
                <a:gd name="adj1" fmla="val 8998221"/>
                <a:gd name="adj2" fmla="val 1857598"/>
              </a:avLst>
            </a:prstGeom>
            <a:noFill/>
            <a:ln>
              <a:solidFill>
                <a:srgbClr val="0070C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ja-JP" altLang="en-US" dirty="0">
                <a:solidFill>
                  <a:srgbClr val="0070C0"/>
                </a:solidFill>
              </a:endParaRPr>
            </a:p>
          </p:txBody>
        </p:sp>
        <p:sp>
          <p:nvSpPr>
            <p:cNvPr id="6" name="部分円 5">
              <a:extLst>
                <a:ext uri="{FF2B5EF4-FFF2-40B4-BE49-F238E27FC236}">
                  <a16:creationId xmlns:a16="http://schemas.microsoft.com/office/drawing/2014/main" id="{3A049258-1771-54BC-4606-955A61B2E8B8}"/>
                </a:ext>
              </a:extLst>
            </p:cNvPr>
            <p:cNvSpPr/>
            <p:nvPr/>
          </p:nvSpPr>
          <p:spPr>
            <a:xfrm rot="5400000">
              <a:off x="6599882" y="4048432"/>
              <a:ext cx="650069" cy="651843"/>
            </a:xfrm>
            <a:prstGeom prst="pie">
              <a:avLst>
                <a:gd name="adj1" fmla="val 8998221"/>
                <a:gd name="adj2" fmla="val 1857598"/>
              </a:avLst>
            </a:prstGeom>
            <a:noFill/>
            <a:ln>
              <a:solidFill>
                <a:srgbClr val="FF000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ja-JP" altLang="en-US" dirty="0">
                <a:solidFill>
                  <a:srgbClr val="0070C0"/>
                </a:solidFill>
              </a:endParaRPr>
            </a:p>
          </p:txBody>
        </p:sp>
        <p:sp>
          <p:nvSpPr>
            <p:cNvPr id="7" name="部分円 6">
              <a:extLst>
                <a:ext uri="{FF2B5EF4-FFF2-40B4-BE49-F238E27FC236}">
                  <a16:creationId xmlns:a16="http://schemas.microsoft.com/office/drawing/2014/main" id="{7A9E8CEB-D8AC-21DE-4B98-EBE8150C7C06}"/>
                </a:ext>
              </a:extLst>
            </p:cNvPr>
            <p:cNvSpPr/>
            <p:nvPr/>
          </p:nvSpPr>
          <p:spPr>
            <a:xfrm rot="16200000">
              <a:off x="5665009" y="4048432"/>
              <a:ext cx="650069" cy="651843"/>
            </a:xfrm>
            <a:prstGeom prst="pie">
              <a:avLst>
                <a:gd name="adj1" fmla="val 8998221"/>
                <a:gd name="adj2" fmla="val 1857598"/>
              </a:avLst>
            </a:prstGeom>
            <a:noFill/>
            <a:ln>
              <a:solidFill>
                <a:schemeClr val="bg1">
                  <a:lumMod val="10000"/>
                </a:schemeClr>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ja-JP" altLang="en-US" dirty="0">
                <a:solidFill>
                  <a:srgbClr val="0070C0"/>
                </a:solidFill>
              </a:endParaRPr>
            </a:p>
          </p:txBody>
        </p:sp>
        <p:sp>
          <p:nvSpPr>
            <p:cNvPr id="8" name="ひし形 7">
              <a:extLst>
                <a:ext uri="{FF2B5EF4-FFF2-40B4-BE49-F238E27FC236}">
                  <a16:creationId xmlns:a16="http://schemas.microsoft.com/office/drawing/2014/main" id="{D922BCD1-06B7-F9A4-7825-901293DF6204}"/>
                </a:ext>
              </a:extLst>
            </p:cNvPr>
            <p:cNvSpPr/>
            <p:nvPr/>
          </p:nvSpPr>
          <p:spPr>
            <a:xfrm>
              <a:off x="6003693" y="3917154"/>
              <a:ext cx="914400" cy="914400"/>
            </a:xfrm>
            <a:prstGeom prst="diamond">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9" name="部分円 8">
              <a:extLst>
                <a:ext uri="{FF2B5EF4-FFF2-40B4-BE49-F238E27FC236}">
                  <a16:creationId xmlns:a16="http://schemas.microsoft.com/office/drawing/2014/main" id="{9A1C9D59-777A-C2B7-B471-C703C13870EB}"/>
                </a:ext>
              </a:extLst>
            </p:cNvPr>
            <p:cNvSpPr/>
            <p:nvPr/>
          </p:nvSpPr>
          <p:spPr>
            <a:xfrm rot="10800000">
              <a:off x="6137767" y="4509757"/>
              <a:ext cx="650069" cy="651843"/>
            </a:xfrm>
            <a:prstGeom prst="pie">
              <a:avLst>
                <a:gd name="adj1" fmla="val 8998221"/>
                <a:gd name="adj2" fmla="val 1857598"/>
              </a:avLst>
            </a:prstGeom>
            <a:noFill/>
            <a:ln>
              <a:solidFill>
                <a:schemeClr val="bg1">
                  <a:lumMod val="10000"/>
                </a:schemeClr>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ja-JP" altLang="en-US" dirty="0">
                <a:solidFill>
                  <a:srgbClr val="0070C0"/>
                </a:solidFill>
              </a:endParaRPr>
            </a:p>
          </p:txBody>
        </p:sp>
      </p:grpSp>
      <p:sp>
        <p:nvSpPr>
          <p:cNvPr id="11" name="正方形/長方形 10">
            <a:extLst>
              <a:ext uri="{FF2B5EF4-FFF2-40B4-BE49-F238E27FC236}">
                <a16:creationId xmlns:a16="http://schemas.microsoft.com/office/drawing/2014/main" id="{E6BA547F-DE20-77E8-7098-28B7A2761CCA}"/>
              </a:ext>
            </a:extLst>
          </p:cNvPr>
          <p:cNvSpPr/>
          <p:nvPr/>
        </p:nvSpPr>
        <p:spPr>
          <a:xfrm>
            <a:off x="845829" y="2454536"/>
            <a:ext cx="6383831" cy="375106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cxnSp>
        <p:nvCxnSpPr>
          <p:cNvPr id="13" name="直線コネクタ 12">
            <a:extLst>
              <a:ext uri="{FF2B5EF4-FFF2-40B4-BE49-F238E27FC236}">
                <a16:creationId xmlns:a16="http://schemas.microsoft.com/office/drawing/2014/main" id="{6ECF2A28-88A7-237D-5D80-C30FA6DABECD}"/>
              </a:ext>
            </a:extLst>
          </p:cNvPr>
          <p:cNvCxnSpPr>
            <a:cxnSpLocks/>
            <a:stCxn id="8" idx="0"/>
          </p:cNvCxnSpPr>
          <p:nvPr/>
        </p:nvCxnSpPr>
        <p:spPr>
          <a:xfrm flipV="1">
            <a:off x="3947028" y="1371606"/>
            <a:ext cx="3044329" cy="2819599"/>
          </a:xfrm>
          <a:prstGeom prst="line">
            <a:avLst/>
          </a:prstGeom>
          <a:ln>
            <a:solidFill>
              <a:srgbClr val="0070C0"/>
            </a:solidFill>
            <a:prstDash val="sysDash"/>
          </a:ln>
        </p:spPr>
        <p:style>
          <a:lnRef idx="2">
            <a:schemeClr val="accent1"/>
          </a:lnRef>
          <a:fillRef idx="0">
            <a:schemeClr val="accent1"/>
          </a:fillRef>
          <a:effectRef idx="1">
            <a:schemeClr val="accent1"/>
          </a:effectRef>
          <a:fontRef idx="minor">
            <a:schemeClr val="tx1"/>
          </a:fontRef>
        </p:style>
      </p:cxnSp>
      <p:sp>
        <p:nvSpPr>
          <p:cNvPr id="17" name="テキスト ボックス 16">
            <a:extLst>
              <a:ext uri="{FF2B5EF4-FFF2-40B4-BE49-F238E27FC236}">
                <a16:creationId xmlns:a16="http://schemas.microsoft.com/office/drawing/2014/main" id="{4BA71234-CB87-3635-8EB4-B31C6C4EC049}"/>
              </a:ext>
            </a:extLst>
          </p:cNvPr>
          <p:cNvSpPr txBox="1"/>
          <p:nvPr/>
        </p:nvSpPr>
        <p:spPr>
          <a:xfrm>
            <a:off x="2482415" y="3744659"/>
            <a:ext cx="1582560" cy="369332"/>
          </a:xfrm>
          <a:prstGeom prst="rect">
            <a:avLst/>
          </a:prstGeom>
          <a:noFill/>
        </p:spPr>
        <p:txBody>
          <a:bodyPr wrap="square" rtlCol="0">
            <a:spAutoFit/>
          </a:bodyPr>
          <a:lstStyle/>
          <a:p>
            <a:r>
              <a:rPr kumimoji="1" lang="ja-JP" altLang="en-US" dirty="0">
                <a:solidFill>
                  <a:srgbClr val="0070C0"/>
                </a:solidFill>
              </a:rPr>
              <a:t>基準カメラ</a:t>
            </a:r>
          </a:p>
        </p:txBody>
      </p:sp>
      <p:sp>
        <p:nvSpPr>
          <p:cNvPr id="22" name="フローチャート: 結合子 21">
            <a:extLst>
              <a:ext uri="{FF2B5EF4-FFF2-40B4-BE49-F238E27FC236}">
                <a16:creationId xmlns:a16="http://schemas.microsoft.com/office/drawing/2014/main" id="{20BC14F2-19CC-6A32-EB0B-883D674EE267}"/>
              </a:ext>
            </a:extLst>
          </p:cNvPr>
          <p:cNvSpPr/>
          <p:nvPr/>
        </p:nvSpPr>
        <p:spPr>
          <a:xfrm>
            <a:off x="2747657" y="2947113"/>
            <a:ext cx="2491943" cy="2536235"/>
          </a:xfrm>
          <a:prstGeom prst="flowChartConnector">
            <a:avLst/>
          </a:prstGeom>
          <a:noFill/>
          <a:ln>
            <a:solidFill>
              <a:srgbClr val="0070C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3" name="フローチャート: 結合子 22">
            <a:extLst>
              <a:ext uri="{FF2B5EF4-FFF2-40B4-BE49-F238E27FC236}">
                <a16:creationId xmlns:a16="http://schemas.microsoft.com/office/drawing/2014/main" id="{AB36C600-D056-17FC-A9F2-BA274B30B16E}"/>
              </a:ext>
            </a:extLst>
          </p:cNvPr>
          <p:cNvSpPr/>
          <p:nvPr/>
        </p:nvSpPr>
        <p:spPr>
          <a:xfrm>
            <a:off x="1751695" y="1998103"/>
            <a:ext cx="4540920" cy="4504303"/>
          </a:xfrm>
          <a:prstGeom prst="flowChartConnector">
            <a:avLst/>
          </a:prstGeom>
          <a:noFill/>
          <a:ln>
            <a:solidFill>
              <a:srgbClr val="0070C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4" name="フローチャート: 結合子 23">
            <a:extLst>
              <a:ext uri="{FF2B5EF4-FFF2-40B4-BE49-F238E27FC236}">
                <a16:creationId xmlns:a16="http://schemas.microsoft.com/office/drawing/2014/main" id="{9A5E1625-F24F-4B50-486C-BB20767CF7A9}"/>
              </a:ext>
            </a:extLst>
          </p:cNvPr>
          <p:cNvSpPr/>
          <p:nvPr/>
        </p:nvSpPr>
        <p:spPr>
          <a:xfrm>
            <a:off x="2245185" y="2458811"/>
            <a:ext cx="3544425" cy="3513028"/>
          </a:xfrm>
          <a:prstGeom prst="flowChartConnector">
            <a:avLst/>
          </a:prstGeom>
          <a:noFill/>
          <a:ln>
            <a:solidFill>
              <a:srgbClr val="0070C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5" name="フローチャート: 結合子 24">
            <a:extLst>
              <a:ext uri="{FF2B5EF4-FFF2-40B4-BE49-F238E27FC236}">
                <a16:creationId xmlns:a16="http://schemas.microsoft.com/office/drawing/2014/main" id="{1670B2D0-FF63-13B4-8ACB-88746563C41A}"/>
              </a:ext>
            </a:extLst>
          </p:cNvPr>
          <p:cNvSpPr/>
          <p:nvPr/>
        </p:nvSpPr>
        <p:spPr>
          <a:xfrm>
            <a:off x="1316267" y="1511721"/>
            <a:ext cx="5499759" cy="5438355"/>
          </a:xfrm>
          <a:prstGeom prst="flowChartConnector">
            <a:avLst/>
          </a:prstGeom>
          <a:noFill/>
          <a:ln>
            <a:solidFill>
              <a:srgbClr val="0070C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27" name="正方形/長方形 26">
            <a:extLst>
              <a:ext uri="{FF2B5EF4-FFF2-40B4-BE49-F238E27FC236}">
                <a16:creationId xmlns:a16="http://schemas.microsoft.com/office/drawing/2014/main" id="{7B247FA8-8354-7F2A-0452-08CDA5A28ECB}"/>
              </a:ext>
            </a:extLst>
          </p:cNvPr>
          <p:cNvSpPr/>
          <p:nvPr/>
        </p:nvSpPr>
        <p:spPr>
          <a:xfrm>
            <a:off x="839789" y="1160469"/>
            <a:ext cx="11294155" cy="1809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 name="テキスト ボックス 2">
            <a:extLst>
              <a:ext uri="{FF2B5EF4-FFF2-40B4-BE49-F238E27FC236}">
                <a16:creationId xmlns:a16="http://schemas.microsoft.com/office/drawing/2014/main" id="{D922CE58-AB6D-A1F7-223B-FE3AF4BC11EF}"/>
              </a:ext>
            </a:extLst>
          </p:cNvPr>
          <p:cNvSpPr txBox="1"/>
          <p:nvPr/>
        </p:nvSpPr>
        <p:spPr>
          <a:xfrm>
            <a:off x="4525153" y="4954793"/>
            <a:ext cx="1338828" cy="369332"/>
          </a:xfrm>
          <a:prstGeom prst="rect">
            <a:avLst/>
          </a:prstGeom>
          <a:noFill/>
        </p:spPr>
        <p:txBody>
          <a:bodyPr wrap="none" rtlCol="0">
            <a:spAutoFit/>
          </a:bodyPr>
          <a:lstStyle/>
          <a:p>
            <a:r>
              <a:rPr kumimoji="1" lang="ja-JP" altLang="en-US" dirty="0">
                <a:solidFill>
                  <a:srgbClr val="FF0000"/>
                </a:solidFill>
              </a:rPr>
              <a:t>補助カメラ</a:t>
            </a:r>
          </a:p>
        </p:txBody>
      </p:sp>
      <p:cxnSp>
        <p:nvCxnSpPr>
          <p:cNvPr id="12" name="直線コネクタ 11">
            <a:extLst>
              <a:ext uri="{FF2B5EF4-FFF2-40B4-BE49-F238E27FC236}">
                <a16:creationId xmlns:a16="http://schemas.microsoft.com/office/drawing/2014/main" id="{4B4EF64D-EF54-AE9A-6456-3F47A80038FF}"/>
              </a:ext>
            </a:extLst>
          </p:cNvPr>
          <p:cNvCxnSpPr>
            <a:cxnSpLocks/>
            <a:stCxn id="22" idx="7"/>
            <a:endCxn id="8" idx="3"/>
          </p:cNvCxnSpPr>
          <p:nvPr/>
        </p:nvCxnSpPr>
        <p:spPr>
          <a:xfrm flipH="1">
            <a:off x="4383871" y="3318541"/>
            <a:ext cx="490788" cy="1319931"/>
          </a:xfrm>
          <a:prstGeom prst="line">
            <a:avLst/>
          </a:prstGeom>
          <a:ln>
            <a:solidFill>
              <a:srgbClr val="FF0000"/>
            </a:solidFill>
            <a:prstDash val="sysDash"/>
          </a:ln>
        </p:spPr>
        <p:style>
          <a:lnRef idx="2">
            <a:schemeClr val="accent1"/>
          </a:lnRef>
          <a:fillRef idx="0">
            <a:schemeClr val="accent1"/>
          </a:fillRef>
          <a:effectRef idx="1">
            <a:schemeClr val="accent1"/>
          </a:effectRef>
          <a:fontRef idx="minor">
            <a:schemeClr val="tx1"/>
          </a:fontRef>
        </p:style>
      </p:cxnSp>
      <p:cxnSp>
        <p:nvCxnSpPr>
          <p:cNvPr id="28" name="直線コネクタ 27">
            <a:extLst>
              <a:ext uri="{FF2B5EF4-FFF2-40B4-BE49-F238E27FC236}">
                <a16:creationId xmlns:a16="http://schemas.microsoft.com/office/drawing/2014/main" id="{C56D5BFF-43B3-ADAF-8586-C5FBCF7DAFAC}"/>
              </a:ext>
            </a:extLst>
          </p:cNvPr>
          <p:cNvCxnSpPr>
            <a:cxnSpLocks/>
            <a:stCxn id="24" idx="7"/>
            <a:endCxn id="8" idx="3"/>
          </p:cNvCxnSpPr>
          <p:nvPr/>
        </p:nvCxnSpPr>
        <p:spPr>
          <a:xfrm flipH="1">
            <a:off x="4383873" y="2973284"/>
            <a:ext cx="886667" cy="1665189"/>
          </a:xfrm>
          <a:prstGeom prst="line">
            <a:avLst/>
          </a:prstGeom>
          <a:ln>
            <a:solidFill>
              <a:srgbClr val="FF0000"/>
            </a:solidFill>
            <a:prstDash val="sysDash"/>
          </a:ln>
        </p:spPr>
        <p:style>
          <a:lnRef idx="2">
            <a:schemeClr val="accent1"/>
          </a:lnRef>
          <a:fillRef idx="0">
            <a:schemeClr val="accent1"/>
          </a:fillRef>
          <a:effectRef idx="1">
            <a:schemeClr val="accent1"/>
          </a:effectRef>
          <a:fontRef idx="minor">
            <a:schemeClr val="tx1"/>
          </a:fontRef>
        </p:style>
      </p:cxnSp>
      <p:cxnSp>
        <p:nvCxnSpPr>
          <p:cNvPr id="34" name="直線コネクタ 33">
            <a:extLst>
              <a:ext uri="{FF2B5EF4-FFF2-40B4-BE49-F238E27FC236}">
                <a16:creationId xmlns:a16="http://schemas.microsoft.com/office/drawing/2014/main" id="{4E6B5B3B-20F0-3108-48CE-52A019402449}"/>
              </a:ext>
            </a:extLst>
          </p:cNvPr>
          <p:cNvCxnSpPr>
            <a:cxnSpLocks/>
            <a:stCxn id="23" idx="7"/>
            <a:endCxn id="8" idx="3"/>
          </p:cNvCxnSpPr>
          <p:nvPr/>
        </p:nvCxnSpPr>
        <p:spPr>
          <a:xfrm flipH="1">
            <a:off x="4383868" y="2657741"/>
            <a:ext cx="1243744" cy="1980731"/>
          </a:xfrm>
          <a:prstGeom prst="line">
            <a:avLst/>
          </a:prstGeom>
          <a:ln>
            <a:solidFill>
              <a:srgbClr val="FF0000"/>
            </a:solidFill>
            <a:prstDash val="sysDash"/>
          </a:ln>
        </p:spPr>
        <p:style>
          <a:lnRef idx="2">
            <a:schemeClr val="accent1"/>
          </a:lnRef>
          <a:fillRef idx="0">
            <a:schemeClr val="accent1"/>
          </a:fillRef>
          <a:effectRef idx="1">
            <a:schemeClr val="accent1"/>
          </a:effectRef>
          <a:fontRef idx="minor">
            <a:schemeClr val="tx1"/>
          </a:fontRef>
        </p:style>
      </p:cxnSp>
      <p:cxnSp>
        <p:nvCxnSpPr>
          <p:cNvPr id="37" name="直線コネクタ 36">
            <a:extLst>
              <a:ext uri="{FF2B5EF4-FFF2-40B4-BE49-F238E27FC236}">
                <a16:creationId xmlns:a16="http://schemas.microsoft.com/office/drawing/2014/main" id="{7C07B847-8CCE-EA62-FC6C-8D6A2985AC65}"/>
              </a:ext>
            </a:extLst>
          </p:cNvPr>
          <p:cNvCxnSpPr>
            <a:cxnSpLocks/>
            <a:stCxn id="25" idx="7"/>
            <a:endCxn id="8" idx="3"/>
          </p:cNvCxnSpPr>
          <p:nvPr/>
        </p:nvCxnSpPr>
        <p:spPr>
          <a:xfrm flipH="1">
            <a:off x="4383872" y="2308148"/>
            <a:ext cx="1626733" cy="2330320"/>
          </a:xfrm>
          <a:prstGeom prst="line">
            <a:avLst/>
          </a:prstGeom>
          <a:ln>
            <a:solidFill>
              <a:srgbClr val="FF0000"/>
            </a:solidFill>
            <a:prstDash val="sysDash"/>
          </a:ln>
        </p:spPr>
        <p:style>
          <a:lnRef idx="2">
            <a:schemeClr val="accent1"/>
          </a:lnRef>
          <a:fillRef idx="0">
            <a:schemeClr val="accent1"/>
          </a:fillRef>
          <a:effectRef idx="1">
            <a:schemeClr val="accent1"/>
          </a:effectRef>
          <a:fontRef idx="minor">
            <a:schemeClr val="tx1"/>
          </a:fontRef>
        </p:style>
      </p:cxnSp>
      <p:cxnSp>
        <p:nvCxnSpPr>
          <p:cNvPr id="40" name="直線コネクタ 39">
            <a:extLst>
              <a:ext uri="{FF2B5EF4-FFF2-40B4-BE49-F238E27FC236}">
                <a16:creationId xmlns:a16="http://schemas.microsoft.com/office/drawing/2014/main" id="{B15A4AFB-78F0-5EB1-60BF-D5066F163AC7}"/>
              </a:ext>
            </a:extLst>
          </p:cNvPr>
          <p:cNvCxnSpPr>
            <a:cxnSpLocks/>
            <a:endCxn id="8" idx="3"/>
          </p:cNvCxnSpPr>
          <p:nvPr/>
        </p:nvCxnSpPr>
        <p:spPr>
          <a:xfrm flipH="1">
            <a:off x="4383873" y="1985329"/>
            <a:ext cx="1943811" cy="2653139"/>
          </a:xfrm>
          <a:prstGeom prst="line">
            <a:avLst/>
          </a:prstGeom>
          <a:ln>
            <a:solidFill>
              <a:srgbClr val="FF0000"/>
            </a:solidFill>
            <a:prstDash val="sysDash"/>
          </a:ln>
        </p:spPr>
        <p:style>
          <a:lnRef idx="2">
            <a:schemeClr val="accent1"/>
          </a:lnRef>
          <a:fillRef idx="0">
            <a:schemeClr val="accent1"/>
          </a:fillRef>
          <a:effectRef idx="1">
            <a:schemeClr val="accent1"/>
          </a:effectRef>
          <a:fontRef idx="minor">
            <a:schemeClr val="tx1"/>
          </a:fontRef>
        </p:style>
      </p:cxnSp>
      <p:sp>
        <p:nvSpPr>
          <p:cNvPr id="45" name="正方形/長方形 44">
            <a:extLst>
              <a:ext uri="{FF2B5EF4-FFF2-40B4-BE49-F238E27FC236}">
                <a16:creationId xmlns:a16="http://schemas.microsoft.com/office/drawing/2014/main" id="{EBC1BA99-13EC-7528-8F02-4984A9BDD18B}"/>
              </a:ext>
            </a:extLst>
          </p:cNvPr>
          <p:cNvSpPr/>
          <p:nvPr/>
        </p:nvSpPr>
        <p:spPr>
          <a:xfrm>
            <a:off x="4905730" y="4049633"/>
            <a:ext cx="304591" cy="27086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8" name="テキスト ボックス 47">
            <a:extLst>
              <a:ext uri="{FF2B5EF4-FFF2-40B4-BE49-F238E27FC236}">
                <a16:creationId xmlns:a16="http://schemas.microsoft.com/office/drawing/2014/main" id="{4806C50D-72FA-DED0-E0FF-32149624C521}"/>
              </a:ext>
            </a:extLst>
          </p:cNvPr>
          <p:cNvSpPr txBox="1"/>
          <p:nvPr/>
        </p:nvSpPr>
        <p:spPr>
          <a:xfrm>
            <a:off x="7318493" y="1341439"/>
            <a:ext cx="4339650" cy="5165068"/>
          </a:xfrm>
          <a:prstGeom prst="rect">
            <a:avLst/>
          </a:prstGeom>
          <a:noFill/>
        </p:spPr>
        <p:txBody>
          <a:bodyPr wrap="none" rtlCol="0">
            <a:spAutoFit/>
          </a:bodyPr>
          <a:lstStyle/>
          <a:p>
            <a:pPr>
              <a:lnSpc>
                <a:spcPct val="200000"/>
              </a:lnSpc>
            </a:pPr>
            <a:r>
              <a:rPr lang="ja-JP" altLang="en-US" sz="2400" b="1" dirty="0"/>
              <a:t>手順</a:t>
            </a:r>
            <a:endParaRPr lang="en-US" altLang="ja-JP" sz="2400" b="1" dirty="0"/>
          </a:p>
          <a:p>
            <a:pPr marL="342874" indent="-457167">
              <a:lnSpc>
                <a:spcPct val="200000"/>
              </a:lnSpc>
              <a:buFont typeface="+mj-lt"/>
              <a:buAutoNum type="arabicPeriod"/>
            </a:pPr>
            <a:r>
              <a:rPr lang="ja-JP" altLang="en-US" sz="2400" dirty="0"/>
              <a:t>深さの候補をいくつか作る</a:t>
            </a:r>
            <a:endParaRPr lang="en-US" altLang="ja-JP" sz="2400" dirty="0"/>
          </a:p>
          <a:p>
            <a:pPr marL="342874" indent="-457167">
              <a:lnSpc>
                <a:spcPct val="200000"/>
              </a:lnSpc>
              <a:buFont typeface="+mj-lt"/>
              <a:buAutoNum type="arabicPeriod"/>
            </a:pPr>
            <a:r>
              <a:rPr kumimoji="1" lang="ja-JP" altLang="en-US" sz="2400" dirty="0"/>
              <a:t>補助カメラを選ぶ</a:t>
            </a:r>
            <a:endParaRPr kumimoji="1" lang="en-US" altLang="ja-JP" sz="2400" dirty="0"/>
          </a:p>
          <a:p>
            <a:pPr marL="342874" indent="-457167">
              <a:lnSpc>
                <a:spcPct val="200000"/>
              </a:lnSpc>
              <a:buFont typeface="+mj-lt"/>
              <a:buAutoNum type="arabicPeriod"/>
            </a:pPr>
            <a:r>
              <a:rPr kumimoji="1" lang="ja-JP" altLang="en-US" sz="2400" dirty="0"/>
              <a:t>各深さに対して再投影の</a:t>
            </a:r>
            <a:br>
              <a:rPr kumimoji="1" lang="en-US" altLang="ja-JP" sz="2400" dirty="0"/>
            </a:br>
            <a:r>
              <a:rPr kumimoji="1" lang="ja-JP" altLang="en-US" sz="2400" dirty="0"/>
              <a:t>座標を計算</a:t>
            </a:r>
            <a:endParaRPr lang="en-US" altLang="ja-JP" sz="2400" dirty="0"/>
          </a:p>
          <a:p>
            <a:pPr marL="342874" indent="-457167">
              <a:lnSpc>
                <a:spcPct val="200000"/>
              </a:lnSpc>
              <a:buFont typeface="+mj-lt"/>
              <a:buAutoNum type="arabicPeriod"/>
            </a:pPr>
            <a:r>
              <a:rPr kumimoji="1" lang="ja-JP" altLang="en-US" sz="2400" dirty="0"/>
              <a:t>実際の色と比較して</a:t>
            </a:r>
            <a:br>
              <a:rPr kumimoji="1" lang="en-US" altLang="ja-JP" sz="2400" dirty="0"/>
            </a:br>
            <a:r>
              <a:rPr kumimoji="1" lang="ja-JP" altLang="en-US" sz="2400" dirty="0"/>
              <a:t>マッチングコストを計算</a:t>
            </a:r>
            <a:endParaRPr kumimoji="1" lang="en-US" altLang="ja-JP" sz="2400" dirty="0"/>
          </a:p>
        </p:txBody>
      </p:sp>
      <p:cxnSp>
        <p:nvCxnSpPr>
          <p:cNvPr id="14" name="直線矢印コネクタ 13">
            <a:extLst>
              <a:ext uri="{FF2B5EF4-FFF2-40B4-BE49-F238E27FC236}">
                <a16:creationId xmlns:a16="http://schemas.microsoft.com/office/drawing/2014/main" id="{B9C492B3-2DE5-BD07-0D08-DCF4B008BF61}"/>
              </a:ext>
            </a:extLst>
          </p:cNvPr>
          <p:cNvCxnSpPr>
            <a:cxnSpLocks/>
          </p:cNvCxnSpPr>
          <p:nvPr/>
        </p:nvCxnSpPr>
        <p:spPr>
          <a:xfrm flipV="1">
            <a:off x="3947025" y="3973953"/>
            <a:ext cx="234455" cy="217251"/>
          </a:xfrm>
          <a:prstGeom prst="straightConnector1">
            <a:avLst/>
          </a:prstGeom>
          <a:ln>
            <a:solidFill>
              <a:srgbClr val="0070C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053132626"/>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48">
                                            <p:txEl>
                                              <p:pRg st="3" end="3"/>
                                            </p:txEl>
                                          </p:spTgt>
                                        </p:tgtEl>
                                        <p:attrNameLst>
                                          <p:attrName>style.visibility</p:attrName>
                                        </p:attrNameLst>
                                      </p:cBhvr>
                                      <p:to>
                                        <p:strVal val="visible"/>
                                      </p:to>
                                    </p:set>
                                  </p:childTnLst>
                                </p:cTn>
                              </p:par>
                              <p:par>
                                <p:cTn id="7" presetID="10" presetClass="entr" presetSubtype="0" fill="hold" nodeType="withEffect">
                                  <p:stCondLst>
                                    <p:cond delay="0"/>
                                  </p:stCondLst>
                                  <p:childTnLst>
                                    <p:set>
                                      <p:cBhvr>
                                        <p:cTn id="8" dur="1" fill="hold">
                                          <p:stCondLst>
                                            <p:cond delay="0"/>
                                          </p:stCondLst>
                                        </p:cTn>
                                        <p:tgtEl>
                                          <p:spTgt spid="12"/>
                                        </p:tgtEl>
                                        <p:attrNameLst>
                                          <p:attrName>style.visibility</p:attrName>
                                        </p:attrNameLst>
                                      </p:cBhvr>
                                      <p:to>
                                        <p:strVal val="visible"/>
                                      </p:to>
                                    </p:set>
                                    <p:animEffect transition="in" filter="fade">
                                      <p:cBhvr>
                                        <p:cTn id="9" dur="500"/>
                                        <p:tgtEl>
                                          <p:spTgt spid="12"/>
                                        </p:tgtEl>
                                      </p:cBhvr>
                                    </p:animEffect>
                                  </p:childTnLst>
                                </p:cTn>
                              </p:par>
                              <p:par>
                                <p:cTn id="10" presetID="10" presetClass="entr" presetSubtype="0" fill="hold" nodeType="withEffect">
                                  <p:stCondLst>
                                    <p:cond delay="0"/>
                                  </p:stCondLst>
                                  <p:childTnLst>
                                    <p:set>
                                      <p:cBhvr>
                                        <p:cTn id="11" dur="1" fill="hold">
                                          <p:stCondLst>
                                            <p:cond delay="0"/>
                                          </p:stCondLst>
                                        </p:cTn>
                                        <p:tgtEl>
                                          <p:spTgt spid="28"/>
                                        </p:tgtEl>
                                        <p:attrNameLst>
                                          <p:attrName>style.visibility</p:attrName>
                                        </p:attrNameLst>
                                      </p:cBhvr>
                                      <p:to>
                                        <p:strVal val="visible"/>
                                      </p:to>
                                    </p:set>
                                    <p:animEffect transition="in" filter="fade">
                                      <p:cBhvr>
                                        <p:cTn id="12" dur="500"/>
                                        <p:tgtEl>
                                          <p:spTgt spid="28"/>
                                        </p:tgtEl>
                                      </p:cBhvr>
                                    </p:animEffect>
                                  </p:childTnLst>
                                </p:cTn>
                              </p:par>
                              <p:par>
                                <p:cTn id="13" presetID="10" presetClass="entr" presetSubtype="0" fill="hold" nodeType="withEffect">
                                  <p:stCondLst>
                                    <p:cond delay="0"/>
                                  </p:stCondLst>
                                  <p:childTnLst>
                                    <p:set>
                                      <p:cBhvr>
                                        <p:cTn id="14" dur="1" fill="hold">
                                          <p:stCondLst>
                                            <p:cond delay="0"/>
                                          </p:stCondLst>
                                        </p:cTn>
                                        <p:tgtEl>
                                          <p:spTgt spid="34"/>
                                        </p:tgtEl>
                                        <p:attrNameLst>
                                          <p:attrName>style.visibility</p:attrName>
                                        </p:attrNameLst>
                                      </p:cBhvr>
                                      <p:to>
                                        <p:strVal val="visible"/>
                                      </p:to>
                                    </p:set>
                                    <p:animEffect transition="in" filter="fade">
                                      <p:cBhvr>
                                        <p:cTn id="15" dur="500"/>
                                        <p:tgtEl>
                                          <p:spTgt spid="34"/>
                                        </p:tgtEl>
                                      </p:cBhvr>
                                    </p:animEffect>
                                  </p:childTnLst>
                                </p:cTn>
                              </p:par>
                              <p:par>
                                <p:cTn id="16" presetID="10" presetClass="entr" presetSubtype="0" fill="hold" nodeType="withEffect">
                                  <p:stCondLst>
                                    <p:cond delay="0"/>
                                  </p:stCondLst>
                                  <p:childTnLst>
                                    <p:set>
                                      <p:cBhvr>
                                        <p:cTn id="17" dur="1" fill="hold">
                                          <p:stCondLst>
                                            <p:cond delay="0"/>
                                          </p:stCondLst>
                                        </p:cTn>
                                        <p:tgtEl>
                                          <p:spTgt spid="37"/>
                                        </p:tgtEl>
                                        <p:attrNameLst>
                                          <p:attrName>style.visibility</p:attrName>
                                        </p:attrNameLst>
                                      </p:cBhvr>
                                      <p:to>
                                        <p:strVal val="visible"/>
                                      </p:to>
                                    </p:set>
                                    <p:animEffect transition="in" filter="fade">
                                      <p:cBhvr>
                                        <p:cTn id="18" dur="500"/>
                                        <p:tgtEl>
                                          <p:spTgt spid="37"/>
                                        </p:tgtEl>
                                      </p:cBhvr>
                                    </p:animEffect>
                                  </p:childTnLst>
                                </p:cTn>
                              </p:par>
                              <p:par>
                                <p:cTn id="19" presetID="10" presetClass="entr" presetSubtype="0" fill="hold" nodeType="withEffect">
                                  <p:stCondLst>
                                    <p:cond delay="0"/>
                                  </p:stCondLst>
                                  <p:childTnLst>
                                    <p:set>
                                      <p:cBhvr>
                                        <p:cTn id="20" dur="1" fill="hold">
                                          <p:stCondLst>
                                            <p:cond delay="0"/>
                                          </p:stCondLst>
                                        </p:cTn>
                                        <p:tgtEl>
                                          <p:spTgt spid="40"/>
                                        </p:tgtEl>
                                        <p:attrNameLst>
                                          <p:attrName>style.visibility</p:attrName>
                                        </p:attrNameLst>
                                      </p:cBhvr>
                                      <p:to>
                                        <p:strVal val="visible"/>
                                      </p:to>
                                    </p:set>
                                    <p:animEffect transition="in" filter="fade">
                                      <p:cBhvr>
                                        <p:cTn id="21" dur="500"/>
                                        <p:tgtEl>
                                          <p:spTgt spid="40"/>
                                        </p:tgtEl>
                                      </p:cBhvr>
                                    </p:animEffect>
                                  </p:childTnLst>
                                </p:cTn>
                              </p:par>
                            </p:childTnLst>
                          </p:cTn>
                        </p:par>
                      </p:childTnLst>
                    </p:cTn>
                  </p:par>
                  <p:par>
                    <p:cTn id="22" fill="hold">
                      <p:stCondLst>
                        <p:cond delay="indefinite"/>
                      </p:stCondLst>
                      <p:childTnLst>
                        <p:par>
                          <p:cTn id="23" fill="hold">
                            <p:stCondLst>
                              <p:cond delay="0"/>
                            </p:stCondLst>
                            <p:childTnLst>
                              <p:par>
                                <p:cTn id="24" presetID="1" presetClass="entr" presetSubtype="0" fill="hold" nodeType="clickEffect">
                                  <p:stCondLst>
                                    <p:cond delay="0"/>
                                  </p:stCondLst>
                                  <p:childTnLst>
                                    <p:set>
                                      <p:cBhvr>
                                        <p:cTn id="25" dur="1" fill="hold">
                                          <p:stCondLst>
                                            <p:cond delay="0"/>
                                          </p:stCondLst>
                                        </p:cTn>
                                        <p:tgtEl>
                                          <p:spTgt spid="48">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9EE045C1-F845-C187-EFC9-464866B3CABD}"/>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2ADBCF1A-B1FE-37A0-97E2-6A48F0A3FE29}"/>
              </a:ext>
            </a:extLst>
          </p:cNvPr>
          <p:cNvSpPr>
            <a:spLocks noGrp="1"/>
          </p:cNvSpPr>
          <p:nvPr>
            <p:ph type="title"/>
          </p:nvPr>
        </p:nvSpPr>
        <p:spPr/>
        <p:txBody>
          <a:bodyPr/>
          <a:lstStyle/>
          <a:p>
            <a:r>
              <a:rPr kumimoji="1" lang="ja-JP" altLang="en-US" dirty="0"/>
              <a:t>パノラマ画像につなぎ合わせる</a:t>
            </a:r>
          </a:p>
        </p:txBody>
      </p:sp>
      <p:sp>
        <p:nvSpPr>
          <p:cNvPr id="14" name="コンテンツ プレースホルダー 13">
            <a:extLst>
              <a:ext uri="{FF2B5EF4-FFF2-40B4-BE49-F238E27FC236}">
                <a16:creationId xmlns:a16="http://schemas.microsoft.com/office/drawing/2014/main" id="{4EF6E121-D72D-D402-6226-0C3563E23A22}"/>
              </a:ext>
            </a:extLst>
          </p:cNvPr>
          <p:cNvSpPr>
            <a:spLocks noGrp="1"/>
          </p:cNvSpPr>
          <p:nvPr>
            <p:ph idx="1"/>
          </p:nvPr>
        </p:nvSpPr>
        <p:spPr/>
        <p:txBody>
          <a:bodyPr/>
          <a:lstStyle/>
          <a:p>
            <a:r>
              <a:rPr lang="en-US" altLang="ja-JP" dirty="0"/>
              <a:t>4</a:t>
            </a:r>
            <a:r>
              <a:rPr lang="ja-JP" altLang="en-US" dirty="0"/>
              <a:t>つの魚眼カメラから得た深さ</a:t>
            </a:r>
            <a:r>
              <a:rPr lang="en-US" altLang="ja-JP" dirty="0"/>
              <a:t>3</a:t>
            </a:r>
            <a:r>
              <a:rPr lang="ja-JP" altLang="en-US" dirty="0"/>
              <a:t>次元情報を仮想点から</a:t>
            </a:r>
            <a:br>
              <a:rPr lang="en-US" altLang="ja-JP" dirty="0"/>
            </a:br>
            <a:r>
              <a:rPr lang="ja-JP" altLang="en-US" dirty="0"/>
              <a:t>見た情報として統合</a:t>
            </a:r>
            <a:endParaRPr lang="en-US" altLang="ja-JP" dirty="0"/>
          </a:p>
          <a:p>
            <a:pPr lvl="1"/>
            <a:endParaRPr lang="ja-JP" altLang="en-US" dirty="0"/>
          </a:p>
        </p:txBody>
      </p:sp>
      <p:sp>
        <p:nvSpPr>
          <p:cNvPr id="4" name="スライド番号プレースホルダー 3">
            <a:extLst>
              <a:ext uri="{FF2B5EF4-FFF2-40B4-BE49-F238E27FC236}">
                <a16:creationId xmlns:a16="http://schemas.microsoft.com/office/drawing/2014/main" id="{CC7A1439-7545-7874-CFCE-1BA1DCACE995}"/>
              </a:ext>
            </a:extLst>
          </p:cNvPr>
          <p:cNvSpPr>
            <a:spLocks noGrp="1"/>
          </p:cNvSpPr>
          <p:nvPr>
            <p:ph type="sldNum" sz="quarter" idx="12"/>
          </p:nvPr>
        </p:nvSpPr>
        <p:spPr/>
        <p:txBody>
          <a:bodyPr/>
          <a:lstStyle/>
          <a:p>
            <a:fld id="{36CC8B87-28FD-40C1-8BEA-A488324BDA2F}" type="slidenum">
              <a:rPr kumimoji="1" lang="ja-JP" altLang="en-US" smtClean="0"/>
              <a:t>11</a:t>
            </a:fld>
            <a:endParaRPr kumimoji="1" lang="ja-JP" altLang="en-US" dirty="0"/>
          </a:p>
        </p:txBody>
      </p:sp>
      <p:sp>
        <p:nvSpPr>
          <p:cNvPr id="27" name="正方形/長方形 26">
            <a:extLst>
              <a:ext uri="{FF2B5EF4-FFF2-40B4-BE49-F238E27FC236}">
                <a16:creationId xmlns:a16="http://schemas.microsoft.com/office/drawing/2014/main" id="{4160B6E2-4593-9C54-6CAD-4F96C4D0C001}"/>
              </a:ext>
            </a:extLst>
          </p:cNvPr>
          <p:cNvSpPr/>
          <p:nvPr/>
        </p:nvSpPr>
        <p:spPr>
          <a:xfrm>
            <a:off x="839789" y="1160469"/>
            <a:ext cx="11294155" cy="180975"/>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grpSp>
        <p:nvGrpSpPr>
          <p:cNvPr id="16" name="グループ化 15">
            <a:extLst>
              <a:ext uri="{FF2B5EF4-FFF2-40B4-BE49-F238E27FC236}">
                <a16:creationId xmlns:a16="http://schemas.microsoft.com/office/drawing/2014/main" id="{C722E80B-DF89-E97B-7CA1-68C425A597DB}"/>
              </a:ext>
            </a:extLst>
          </p:cNvPr>
          <p:cNvGrpSpPr/>
          <p:nvPr/>
        </p:nvGrpSpPr>
        <p:grpSpPr>
          <a:xfrm>
            <a:off x="3185717" y="3864504"/>
            <a:ext cx="1516083" cy="1550945"/>
            <a:chOff x="5664122" y="3576219"/>
            <a:chExt cx="1586716" cy="1585381"/>
          </a:xfrm>
        </p:grpSpPr>
        <p:sp>
          <p:nvSpPr>
            <p:cNvPr id="18" name="部分円 17">
              <a:extLst>
                <a:ext uri="{FF2B5EF4-FFF2-40B4-BE49-F238E27FC236}">
                  <a16:creationId xmlns:a16="http://schemas.microsoft.com/office/drawing/2014/main" id="{5C390860-2F91-7D1D-D4DB-0FDC7DB07960}"/>
                </a:ext>
              </a:extLst>
            </p:cNvPr>
            <p:cNvSpPr/>
            <p:nvPr/>
          </p:nvSpPr>
          <p:spPr>
            <a:xfrm rot="21447112">
              <a:off x="6135858" y="3576219"/>
              <a:ext cx="650069" cy="651843"/>
            </a:xfrm>
            <a:prstGeom prst="pie">
              <a:avLst>
                <a:gd name="adj1" fmla="val 8998221"/>
                <a:gd name="adj2" fmla="val 1857598"/>
              </a:avLst>
            </a:prstGeom>
            <a:noFill/>
            <a:ln>
              <a:solidFill>
                <a:schemeClr val="tx1"/>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ja-JP" altLang="en-US" dirty="0">
                <a:solidFill>
                  <a:srgbClr val="0070C0"/>
                </a:solidFill>
              </a:endParaRPr>
            </a:p>
          </p:txBody>
        </p:sp>
        <p:sp>
          <p:nvSpPr>
            <p:cNvPr id="19" name="部分円 18">
              <a:extLst>
                <a:ext uri="{FF2B5EF4-FFF2-40B4-BE49-F238E27FC236}">
                  <a16:creationId xmlns:a16="http://schemas.microsoft.com/office/drawing/2014/main" id="{FA9AF5A1-F092-F18F-9B3E-EEA1D5DC8DFC}"/>
                </a:ext>
              </a:extLst>
            </p:cNvPr>
            <p:cNvSpPr/>
            <p:nvPr/>
          </p:nvSpPr>
          <p:spPr>
            <a:xfrm rot="5400000">
              <a:off x="6599882" y="4048432"/>
              <a:ext cx="650069" cy="651843"/>
            </a:xfrm>
            <a:prstGeom prst="pie">
              <a:avLst>
                <a:gd name="adj1" fmla="val 8998221"/>
                <a:gd name="adj2" fmla="val 1857598"/>
              </a:avLst>
            </a:prstGeom>
            <a:noFill/>
            <a:ln>
              <a:solidFill>
                <a:schemeClr val="bg1">
                  <a:lumMod val="10000"/>
                </a:schemeClr>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ja-JP" altLang="en-US" dirty="0">
                <a:solidFill>
                  <a:srgbClr val="0070C0"/>
                </a:solidFill>
              </a:endParaRPr>
            </a:p>
          </p:txBody>
        </p:sp>
        <p:sp>
          <p:nvSpPr>
            <p:cNvPr id="20" name="部分円 19">
              <a:extLst>
                <a:ext uri="{FF2B5EF4-FFF2-40B4-BE49-F238E27FC236}">
                  <a16:creationId xmlns:a16="http://schemas.microsoft.com/office/drawing/2014/main" id="{6E4FD701-6406-826C-B7E5-6C2F2FDE2042}"/>
                </a:ext>
              </a:extLst>
            </p:cNvPr>
            <p:cNvSpPr/>
            <p:nvPr/>
          </p:nvSpPr>
          <p:spPr>
            <a:xfrm rot="16200000">
              <a:off x="5665009" y="4048432"/>
              <a:ext cx="650069" cy="651843"/>
            </a:xfrm>
            <a:prstGeom prst="pie">
              <a:avLst>
                <a:gd name="adj1" fmla="val 8998221"/>
                <a:gd name="adj2" fmla="val 1857598"/>
              </a:avLst>
            </a:prstGeom>
            <a:noFill/>
            <a:ln>
              <a:solidFill>
                <a:schemeClr val="bg1">
                  <a:lumMod val="10000"/>
                </a:schemeClr>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ja-JP" altLang="en-US" dirty="0">
                <a:solidFill>
                  <a:srgbClr val="0070C0"/>
                </a:solidFill>
              </a:endParaRPr>
            </a:p>
          </p:txBody>
        </p:sp>
        <p:sp>
          <p:nvSpPr>
            <p:cNvPr id="21" name="ひし形 20">
              <a:extLst>
                <a:ext uri="{FF2B5EF4-FFF2-40B4-BE49-F238E27FC236}">
                  <a16:creationId xmlns:a16="http://schemas.microsoft.com/office/drawing/2014/main" id="{18ADED99-8713-EF67-C2DB-17B538965C1B}"/>
                </a:ext>
              </a:extLst>
            </p:cNvPr>
            <p:cNvSpPr/>
            <p:nvPr/>
          </p:nvSpPr>
          <p:spPr>
            <a:xfrm>
              <a:off x="6003693" y="3917154"/>
              <a:ext cx="914400" cy="914400"/>
            </a:xfrm>
            <a:prstGeom prst="diamond">
              <a:avLst/>
            </a:prstGeom>
            <a:noFill/>
            <a:ln>
              <a:solidFill>
                <a:schemeClr val="tx1">
                  <a:lumMod val="50000"/>
                  <a:lumOff val="5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dirty="0"/>
            </a:p>
          </p:txBody>
        </p:sp>
        <p:sp>
          <p:nvSpPr>
            <p:cNvPr id="29" name="部分円 28">
              <a:extLst>
                <a:ext uri="{FF2B5EF4-FFF2-40B4-BE49-F238E27FC236}">
                  <a16:creationId xmlns:a16="http://schemas.microsoft.com/office/drawing/2014/main" id="{A725470F-CFB4-53A6-6568-E0AEAAD23801}"/>
                </a:ext>
              </a:extLst>
            </p:cNvPr>
            <p:cNvSpPr/>
            <p:nvPr/>
          </p:nvSpPr>
          <p:spPr>
            <a:xfrm rot="10800000">
              <a:off x="6137768" y="4509757"/>
              <a:ext cx="650071" cy="651843"/>
            </a:xfrm>
            <a:prstGeom prst="pie">
              <a:avLst>
                <a:gd name="adj1" fmla="val 8998221"/>
                <a:gd name="adj2" fmla="val 1857598"/>
              </a:avLst>
            </a:prstGeom>
            <a:noFill/>
            <a:ln>
              <a:solidFill>
                <a:schemeClr val="bg1">
                  <a:lumMod val="10000"/>
                </a:schemeClr>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defPPr>
                <a:defRPr lang="en-US"/>
              </a:defPPr>
              <a:lvl1pPr marL="0" algn="l" defTabSz="914400" rtl="0" eaLnBrk="1" latinLnBrk="0" hangingPunct="1">
                <a:defRPr sz="1800" kern="1200">
                  <a:solidFill>
                    <a:schemeClr val="lt1"/>
                  </a:solidFill>
                  <a:latin typeface="+mn-lt"/>
                  <a:ea typeface="+mn-ea"/>
                  <a:cs typeface="+mn-cs"/>
                </a:defRPr>
              </a:lvl1pPr>
              <a:lvl2pPr marL="457200" algn="l" defTabSz="914400" rtl="0" eaLnBrk="1" latinLnBrk="0" hangingPunct="1">
                <a:defRPr sz="1800" kern="1200">
                  <a:solidFill>
                    <a:schemeClr val="lt1"/>
                  </a:solidFill>
                  <a:latin typeface="+mn-lt"/>
                  <a:ea typeface="+mn-ea"/>
                  <a:cs typeface="+mn-cs"/>
                </a:defRPr>
              </a:lvl2pPr>
              <a:lvl3pPr marL="914400" algn="l" defTabSz="914400" rtl="0" eaLnBrk="1" latinLnBrk="0" hangingPunct="1">
                <a:defRPr sz="1800" kern="1200">
                  <a:solidFill>
                    <a:schemeClr val="lt1"/>
                  </a:solidFill>
                  <a:latin typeface="+mn-lt"/>
                  <a:ea typeface="+mn-ea"/>
                  <a:cs typeface="+mn-cs"/>
                </a:defRPr>
              </a:lvl3pPr>
              <a:lvl4pPr marL="1371600" algn="l" defTabSz="914400" rtl="0" eaLnBrk="1" latinLnBrk="0" hangingPunct="1">
                <a:defRPr sz="1800" kern="1200">
                  <a:solidFill>
                    <a:schemeClr val="lt1"/>
                  </a:solidFill>
                  <a:latin typeface="+mn-lt"/>
                  <a:ea typeface="+mn-ea"/>
                  <a:cs typeface="+mn-cs"/>
                </a:defRPr>
              </a:lvl4pPr>
              <a:lvl5pPr marL="1828800" algn="l" defTabSz="914400" rtl="0" eaLnBrk="1" latinLnBrk="0" hangingPunct="1">
                <a:defRPr sz="1800" kern="1200">
                  <a:solidFill>
                    <a:schemeClr val="lt1"/>
                  </a:solidFill>
                  <a:latin typeface="+mn-lt"/>
                  <a:ea typeface="+mn-ea"/>
                  <a:cs typeface="+mn-cs"/>
                </a:defRPr>
              </a:lvl5pPr>
              <a:lvl6pPr marL="2286000" algn="l" defTabSz="914400" rtl="0" eaLnBrk="1" latinLnBrk="0" hangingPunct="1">
                <a:defRPr sz="1800" kern="1200">
                  <a:solidFill>
                    <a:schemeClr val="lt1"/>
                  </a:solidFill>
                  <a:latin typeface="+mn-lt"/>
                  <a:ea typeface="+mn-ea"/>
                  <a:cs typeface="+mn-cs"/>
                </a:defRPr>
              </a:lvl6pPr>
              <a:lvl7pPr marL="2743200" algn="l" defTabSz="914400" rtl="0" eaLnBrk="1" latinLnBrk="0" hangingPunct="1">
                <a:defRPr sz="1800" kern="1200">
                  <a:solidFill>
                    <a:schemeClr val="lt1"/>
                  </a:solidFill>
                  <a:latin typeface="+mn-lt"/>
                  <a:ea typeface="+mn-ea"/>
                  <a:cs typeface="+mn-cs"/>
                </a:defRPr>
              </a:lvl7pPr>
              <a:lvl8pPr marL="3200400" algn="l" defTabSz="914400" rtl="0" eaLnBrk="1" latinLnBrk="0" hangingPunct="1">
                <a:defRPr sz="1800" kern="1200">
                  <a:solidFill>
                    <a:schemeClr val="lt1"/>
                  </a:solidFill>
                  <a:latin typeface="+mn-lt"/>
                  <a:ea typeface="+mn-ea"/>
                  <a:cs typeface="+mn-cs"/>
                </a:defRPr>
              </a:lvl8pPr>
              <a:lvl9pPr marL="3657600" algn="l" defTabSz="914400" rtl="0" eaLnBrk="1" latinLnBrk="0" hangingPunct="1">
                <a:defRPr sz="1800" kern="1200">
                  <a:solidFill>
                    <a:schemeClr val="lt1"/>
                  </a:solidFill>
                  <a:latin typeface="+mn-lt"/>
                  <a:ea typeface="+mn-ea"/>
                  <a:cs typeface="+mn-cs"/>
                </a:defRPr>
              </a:lvl9pPr>
            </a:lstStyle>
            <a:p>
              <a:pPr algn="ctr"/>
              <a:endParaRPr kumimoji="1" lang="ja-JP" altLang="en-US" dirty="0">
                <a:solidFill>
                  <a:srgbClr val="0070C0"/>
                </a:solidFill>
              </a:endParaRPr>
            </a:p>
          </p:txBody>
        </p:sp>
      </p:grpSp>
      <p:sp>
        <p:nvSpPr>
          <p:cNvPr id="30" name="正方形/長方形 29">
            <a:extLst>
              <a:ext uri="{FF2B5EF4-FFF2-40B4-BE49-F238E27FC236}">
                <a16:creationId xmlns:a16="http://schemas.microsoft.com/office/drawing/2014/main" id="{6895CF79-FF04-5B38-613A-E4C5E1985F85}"/>
              </a:ext>
            </a:extLst>
          </p:cNvPr>
          <p:cNvSpPr/>
          <p:nvPr/>
        </p:nvSpPr>
        <p:spPr>
          <a:xfrm>
            <a:off x="845829" y="2461364"/>
            <a:ext cx="6383831" cy="3751065"/>
          </a:xfrm>
          <a:prstGeom prst="rect">
            <a:avLst/>
          </a:prstGeom>
          <a:no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39" name="フローチャート: 結合子 38">
            <a:extLst>
              <a:ext uri="{FF2B5EF4-FFF2-40B4-BE49-F238E27FC236}">
                <a16:creationId xmlns:a16="http://schemas.microsoft.com/office/drawing/2014/main" id="{75CE9F4B-77A7-B4EA-6992-9ECB8D86EBC2}"/>
              </a:ext>
            </a:extLst>
          </p:cNvPr>
          <p:cNvSpPr/>
          <p:nvPr/>
        </p:nvSpPr>
        <p:spPr>
          <a:xfrm>
            <a:off x="3900132" y="4611216"/>
            <a:ext cx="92097" cy="97273"/>
          </a:xfrm>
          <a:prstGeom prst="flowChartConnector">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1" name="正方形/長方形 40">
            <a:extLst>
              <a:ext uri="{FF2B5EF4-FFF2-40B4-BE49-F238E27FC236}">
                <a16:creationId xmlns:a16="http://schemas.microsoft.com/office/drawing/2014/main" id="{55FA693A-7D10-EDDA-CCCC-71C85FA87243}"/>
              </a:ext>
            </a:extLst>
          </p:cNvPr>
          <p:cNvSpPr/>
          <p:nvPr/>
        </p:nvSpPr>
        <p:spPr>
          <a:xfrm>
            <a:off x="4905730" y="4056461"/>
            <a:ext cx="304591" cy="270863"/>
          </a:xfrm>
          <a:prstGeom prst="rect">
            <a:avLst/>
          </a:prstGeom>
          <a:solidFill>
            <a:schemeClr val="bg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3" name="正方形/長方形 42">
            <a:extLst>
              <a:ext uri="{FF2B5EF4-FFF2-40B4-BE49-F238E27FC236}">
                <a16:creationId xmlns:a16="http://schemas.microsoft.com/office/drawing/2014/main" id="{F7B01392-FADF-24F3-6038-E0024926716A}"/>
              </a:ext>
            </a:extLst>
          </p:cNvPr>
          <p:cNvSpPr/>
          <p:nvPr/>
        </p:nvSpPr>
        <p:spPr>
          <a:xfrm>
            <a:off x="1456712" y="4905169"/>
            <a:ext cx="648869" cy="1103731"/>
          </a:xfrm>
          <a:prstGeom prst="rect">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44" name="部分円 43">
            <a:extLst>
              <a:ext uri="{FF2B5EF4-FFF2-40B4-BE49-F238E27FC236}">
                <a16:creationId xmlns:a16="http://schemas.microsoft.com/office/drawing/2014/main" id="{9525C9CA-0229-9AE1-7C50-B0908ADD3C02}"/>
              </a:ext>
            </a:extLst>
          </p:cNvPr>
          <p:cNvSpPr/>
          <p:nvPr/>
        </p:nvSpPr>
        <p:spPr>
          <a:xfrm>
            <a:off x="224025" y="1868650"/>
            <a:ext cx="1257243" cy="1206751"/>
          </a:xfrm>
          <a:prstGeom prst="pie">
            <a:avLst>
              <a:gd name="adj1" fmla="val 0"/>
              <a:gd name="adj2" fmla="val 5433055"/>
            </a:avLst>
          </a:prstGeom>
          <a:solidFill>
            <a:schemeClr val="bg1"/>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grpSp>
        <p:nvGrpSpPr>
          <p:cNvPr id="3" name="グループ化 2">
            <a:extLst>
              <a:ext uri="{FF2B5EF4-FFF2-40B4-BE49-F238E27FC236}">
                <a16:creationId xmlns:a16="http://schemas.microsoft.com/office/drawing/2014/main" id="{8D5CA244-E5B6-823D-F55B-538333F7F57B}"/>
              </a:ext>
            </a:extLst>
          </p:cNvPr>
          <p:cNvGrpSpPr/>
          <p:nvPr/>
        </p:nvGrpSpPr>
        <p:grpSpPr>
          <a:xfrm>
            <a:off x="297124" y="1868644"/>
            <a:ext cx="6932533" cy="4343781"/>
            <a:chOff x="297122" y="1868644"/>
            <a:chExt cx="6932533" cy="4343781"/>
          </a:xfrm>
        </p:grpSpPr>
        <p:cxnSp>
          <p:nvCxnSpPr>
            <p:cNvPr id="57" name="直線コネクタ 56">
              <a:extLst>
                <a:ext uri="{FF2B5EF4-FFF2-40B4-BE49-F238E27FC236}">
                  <a16:creationId xmlns:a16="http://schemas.microsoft.com/office/drawing/2014/main" id="{9121E273-A8E8-187E-FBC1-65E1F712B72D}"/>
                </a:ext>
              </a:extLst>
            </p:cNvPr>
            <p:cNvCxnSpPr>
              <a:cxnSpLocks/>
            </p:cNvCxnSpPr>
            <p:nvPr/>
          </p:nvCxnSpPr>
          <p:spPr>
            <a:xfrm flipV="1">
              <a:off x="7229655" y="2461360"/>
              <a:ext cx="0" cy="165834"/>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grpSp>
          <p:nvGrpSpPr>
            <p:cNvPr id="102" name="グループ化 101">
              <a:extLst>
                <a:ext uri="{FF2B5EF4-FFF2-40B4-BE49-F238E27FC236}">
                  <a16:creationId xmlns:a16="http://schemas.microsoft.com/office/drawing/2014/main" id="{987D5ADA-FE85-BFE2-BEFE-EC0CE7818494}"/>
                </a:ext>
              </a:extLst>
            </p:cNvPr>
            <p:cNvGrpSpPr/>
            <p:nvPr/>
          </p:nvGrpSpPr>
          <p:grpSpPr>
            <a:xfrm>
              <a:off x="297122" y="1868644"/>
              <a:ext cx="6932533" cy="4343781"/>
              <a:chOff x="297122" y="1868644"/>
              <a:chExt cx="6932533" cy="4343781"/>
            </a:xfrm>
          </p:grpSpPr>
          <p:cxnSp>
            <p:nvCxnSpPr>
              <p:cNvPr id="46" name="直線コネクタ 45">
                <a:extLst>
                  <a:ext uri="{FF2B5EF4-FFF2-40B4-BE49-F238E27FC236}">
                    <a16:creationId xmlns:a16="http://schemas.microsoft.com/office/drawing/2014/main" id="{79670608-392D-BC9A-6CC9-0742971C198B}"/>
                  </a:ext>
                </a:extLst>
              </p:cNvPr>
              <p:cNvCxnSpPr>
                <a:cxnSpLocks/>
              </p:cNvCxnSpPr>
              <p:nvPr/>
            </p:nvCxnSpPr>
            <p:spPr>
              <a:xfrm>
                <a:off x="4905727" y="4056458"/>
                <a:ext cx="0" cy="270862"/>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48" name="直線コネクタ 47">
                <a:extLst>
                  <a:ext uri="{FF2B5EF4-FFF2-40B4-BE49-F238E27FC236}">
                    <a16:creationId xmlns:a16="http://schemas.microsoft.com/office/drawing/2014/main" id="{4A581B38-DABB-D5B4-8325-E97D1B922FBE}"/>
                  </a:ext>
                </a:extLst>
              </p:cNvPr>
              <p:cNvCxnSpPr>
                <a:cxnSpLocks/>
              </p:cNvCxnSpPr>
              <p:nvPr/>
            </p:nvCxnSpPr>
            <p:spPr>
              <a:xfrm>
                <a:off x="4905727" y="4327320"/>
                <a:ext cx="304590"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52" name="直線コネクタ 51">
                <a:extLst>
                  <a:ext uri="{FF2B5EF4-FFF2-40B4-BE49-F238E27FC236}">
                    <a16:creationId xmlns:a16="http://schemas.microsoft.com/office/drawing/2014/main" id="{2C5D5006-A175-7E49-DADE-A136841D0049}"/>
                  </a:ext>
                </a:extLst>
              </p:cNvPr>
              <p:cNvCxnSpPr>
                <a:cxnSpLocks/>
              </p:cNvCxnSpPr>
              <p:nvPr/>
            </p:nvCxnSpPr>
            <p:spPr>
              <a:xfrm flipV="1">
                <a:off x="4905727" y="2627194"/>
                <a:ext cx="2323928" cy="1429264"/>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61" name="直線コネクタ 60">
                <a:extLst>
                  <a:ext uri="{FF2B5EF4-FFF2-40B4-BE49-F238E27FC236}">
                    <a16:creationId xmlns:a16="http://schemas.microsoft.com/office/drawing/2014/main" id="{A05DE696-CB0F-5118-2D86-60ECB53E2F94}"/>
                  </a:ext>
                </a:extLst>
              </p:cNvPr>
              <p:cNvCxnSpPr>
                <a:cxnSpLocks/>
              </p:cNvCxnSpPr>
              <p:nvPr/>
            </p:nvCxnSpPr>
            <p:spPr>
              <a:xfrm flipV="1">
                <a:off x="5210317" y="3725839"/>
                <a:ext cx="2019338" cy="601481"/>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65" name="直線コネクタ 64">
                <a:extLst>
                  <a:ext uri="{FF2B5EF4-FFF2-40B4-BE49-F238E27FC236}">
                    <a16:creationId xmlns:a16="http://schemas.microsoft.com/office/drawing/2014/main" id="{076962B8-C07F-34AA-E099-5FE8F4A22C6D}"/>
                  </a:ext>
                </a:extLst>
              </p:cNvPr>
              <p:cNvCxnSpPr>
                <a:cxnSpLocks/>
              </p:cNvCxnSpPr>
              <p:nvPr/>
            </p:nvCxnSpPr>
            <p:spPr>
              <a:xfrm flipH="1">
                <a:off x="845825" y="4905170"/>
                <a:ext cx="610884" cy="58100"/>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69" name="直線コネクタ 68">
                <a:extLst>
                  <a:ext uri="{FF2B5EF4-FFF2-40B4-BE49-F238E27FC236}">
                    <a16:creationId xmlns:a16="http://schemas.microsoft.com/office/drawing/2014/main" id="{C001C7DE-A7A8-A1CA-6D65-A9D0F9AFB477}"/>
                  </a:ext>
                </a:extLst>
              </p:cNvPr>
              <p:cNvCxnSpPr>
                <a:cxnSpLocks/>
              </p:cNvCxnSpPr>
              <p:nvPr/>
            </p:nvCxnSpPr>
            <p:spPr>
              <a:xfrm flipH="1">
                <a:off x="1880263" y="6008900"/>
                <a:ext cx="225315" cy="191875"/>
              </a:xfrm>
              <a:prstGeom prst="line">
                <a:avLst/>
              </a:prstGeom>
              <a:ln>
                <a:solidFill>
                  <a:srgbClr val="FF0000"/>
                </a:solidFill>
                <a:prstDash val="sysDot"/>
              </a:ln>
            </p:spPr>
            <p:style>
              <a:lnRef idx="2">
                <a:schemeClr val="accent1"/>
              </a:lnRef>
              <a:fillRef idx="0">
                <a:schemeClr val="accent1"/>
              </a:fillRef>
              <a:effectRef idx="1">
                <a:schemeClr val="accent1"/>
              </a:effectRef>
              <a:fontRef idx="minor">
                <a:schemeClr val="tx1"/>
              </a:fontRef>
            </p:style>
          </p:cxnSp>
          <p:cxnSp>
            <p:nvCxnSpPr>
              <p:cNvPr id="76" name="直線コネクタ 75">
                <a:extLst>
                  <a:ext uri="{FF2B5EF4-FFF2-40B4-BE49-F238E27FC236}">
                    <a16:creationId xmlns:a16="http://schemas.microsoft.com/office/drawing/2014/main" id="{3F589FA2-84F0-8D2A-0C68-DDD7A4B73068}"/>
                  </a:ext>
                </a:extLst>
              </p:cNvPr>
              <p:cNvCxnSpPr>
                <a:cxnSpLocks/>
                <a:stCxn id="44" idx="1"/>
              </p:cNvCxnSpPr>
              <p:nvPr/>
            </p:nvCxnSpPr>
            <p:spPr>
              <a:xfrm>
                <a:off x="852645" y="3075397"/>
                <a:ext cx="0" cy="1887873"/>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0" name="直線コネクタ 79">
                <a:extLst>
                  <a:ext uri="{FF2B5EF4-FFF2-40B4-BE49-F238E27FC236}">
                    <a16:creationId xmlns:a16="http://schemas.microsoft.com/office/drawing/2014/main" id="{B80FC210-DCC4-AE05-4607-A83D6A99D08C}"/>
                  </a:ext>
                </a:extLst>
              </p:cNvPr>
              <p:cNvCxnSpPr>
                <a:cxnSpLocks/>
              </p:cNvCxnSpPr>
              <p:nvPr/>
            </p:nvCxnSpPr>
            <p:spPr>
              <a:xfrm>
                <a:off x="1456709" y="4905170"/>
                <a:ext cx="648869"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3" name="直線コネクタ 82">
                <a:extLst>
                  <a:ext uri="{FF2B5EF4-FFF2-40B4-BE49-F238E27FC236}">
                    <a16:creationId xmlns:a16="http://schemas.microsoft.com/office/drawing/2014/main" id="{276F27C2-06B0-9828-5626-1416533D6465}"/>
                  </a:ext>
                </a:extLst>
              </p:cNvPr>
              <p:cNvCxnSpPr>
                <a:cxnSpLocks/>
              </p:cNvCxnSpPr>
              <p:nvPr/>
            </p:nvCxnSpPr>
            <p:spPr>
              <a:xfrm>
                <a:off x="2105578" y="4905170"/>
                <a:ext cx="0" cy="110373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86" name="直線コネクタ 85">
                <a:extLst>
                  <a:ext uri="{FF2B5EF4-FFF2-40B4-BE49-F238E27FC236}">
                    <a16:creationId xmlns:a16="http://schemas.microsoft.com/office/drawing/2014/main" id="{698C5B6D-E4F9-DDCA-12B2-406782CC7B3A}"/>
                  </a:ext>
                </a:extLst>
              </p:cNvPr>
              <p:cNvCxnSpPr>
                <a:cxnSpLocks/>
              </p:cNvCxnSpPr>
              <p:nvPr/>
            </p:nvCxnSpPr>
            <p:spPr>
              <a:xfrm>
                <a:off x="1481266" y="2461360"/>
                <a:ext cx="5748389"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sp>
            <p:nvSpPr>
              <p:cNvPr id="89" name="円弧 88">
                <a:extLst>
                  <a:ext uri="{FF2B5EF4-FFF2-40B4-BE49-F238E27FC236}">
                    <a16:creationId xmlns:a16="http://schemas.microsoft.com/office/drawing/2014/main" id="{D076317D-32A4-7E08-63AD-D061F0976BF3}"/>
                  </a:ext>
                </a:extLst>
              </p:cNvPr>
              <p:cNvSpPr/>
              <p:nvPr/>
            </p:nvSpPr>
            <p:spPr>
              <a:xfrm>
                <a:off x="297122" y="1868644"/>
                <a:ext cx="1187349" cy="1206751"/>
              </a:xfrm>
              <a:prstGeom prst="arc">
                <a:avLst>
                  <a:gd name="adj1" fmla="val 22615"/>
                  <a:gd name="adj2" fmla="val 5670230"/>
                </a:avLst>
              </a:prstGeom>
              <a:ln>
                <a:solidFill>
                  <a:srgbClr val="FF0000"/>
                </a:solidFill>
              </a:ln>
            </p:spPr>
            <p:style>
              <a:lnRef idx="2">
                <a:schemeClr val="accent1"/>
              </a:lnRef>
              <a:fillRef idx="0">
                <a:schemeClr val="accent1"/>
              </a:fillRef>
              <a:effectRef idx="1">
                <a:schemeClr val="accent1"/>
              </a:effectRef>
              <a:fontRef idx="minor">
                <a:schemeClr val="tx1"/>
              </a:fontRef>
            </p:style>
            <p:txBody>
              <a:bodyPr rtlCol="0" anchor="ctr"/>
              <a:lstStyle/>
              <a:p>
                <a:pPr algn="ctr"/>
                <a:endParaRPr kumimoji="1" lang="ja-JP" altLang="en-US"/>
              </a:p>
            </p:txBody>
          </p:sp>
          <p:cxnSp>
            <p:nvCxnSpPr>
              <p:cNvPr id="90" name="直線コネクタ 89">
                <a:extLst>
                  <a:ext uri="{FF2B5EF4-FFF2-40B4-BE49-F238E27FC236}">
                    <a16:creationId xmlns:a16="http://schemas.microsoft.com/office/drawing/2014/main" id="{7378B30D-A342-A8D6-4642-D45722758483}"/>
                  </a:ext>
                </a:extLst>
              </p:cNvPr>
              <p:cNvCxnSpPr>
                <a:cxnSpLocks/>
              </p:cNvCxnSpPr>
              <p:nvPr/>
            </p:nvCxnSpPr>
            <p:spPr>
              <a:xfrm flipH="1">
                <a:off x="7226450" y="3725839"/>
                <a:ext cx="3205" cy="2474936"/>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cxnSp>
            <p:nvCxnSpPr>
              <p:cNvPr id="93" name="直線コネクタ 92">
                <a:extLst>
                  <a:ext uri="{FF2B5EF4-FFF2-40B4-BE49-F238E27FC236}">
                    <a16:creationId xmlns:a16="http://schemas.microsoft.com/office/drawing/2014/main" id="{BCC729F2-F576-0C0A-D8B2-A77E3BD21140}"/>
                  </a:ext>
                </a:extLst>
              </p:cNvPr>
              <p:cNvCxnSpPr>
                <a:cxnSpLocks/>
              </p:cNvCxnSpPr>
              <p:nvPr/>
            </p:nvCxnSpPr>
            <p:spPr>
              <a:xfrm>
                <a:off x="1880263" y="6212425"/>
                <a:ext cx="5346187" cy="0"/>
              </a:xfrm>
              <a:prstGeom prst="line">
                <a:avLst/>
              </a:prstGeom>
              <a:ln>
                <a:solidFill>
                  <a:srgbClr val="FF0000"/>
                </a:solidFill>
              </a:ln>
            </p:spPr>
            <p:style>
              <a:lnRef idx="2">
                <a:schemeClr val="accent1"/>
              </a:lnRef>
              <a:fillRef idx="0">
                <a:schemeClr val="accent1"/>
              </a:fillRef>
              <a:effectRef idx="1">
                <a:schemeClr val="accent1"/>
              </a:effectRef>
              <a:fontRef idx="minor">
                <a:schemeClr val="tx1"/>
              </a:fontRef>
            </p:style>
          </p:cxnSp>
        </p:grpSp>
      </p:grpSp>
      <p:sp>
        <p:nvSpPr>
          <p:cNvPr id="96" name="テキスト ボックス 95">
            <a:extLst>
              <a:ext uri="{FF2B5EF4-FFF2-40B4-BE49-F238E27FC236}">
                <a16:creationId xmlns:a16="http://schemas.microsoft.com/office/drawing/2014/main" id="{1758DA5A-C2C4-F6C9-7878-3BF868376151}"/>
              </a:ext>
            </a:extLst>
          </p:cNvPr>
          <p:cNvSpPr txBox="1"/>
          <p:nvPr/>
        </p:nvSpPr>
        <p:spPr>
          <a:xfrm>
            <a:off x="4529847" y="4905169"/>
            <a:ext cx="877163" cy="369332"/>
          </a:xfrm>
          <a:prstGeom prst="rect">
            <a:avLst/>
          </a:prstGeom>
          <a:noFill/>
        </p:spPr>
        <p:txBody>
          <a:bodyPr wrap="none" rtlCol="0">
            <a:spAutoFit/>
          </a:bodyPr>
          <a:lstStyle/>
          <a:p>
            <a:r>
              <a:rPr kumimoji="1" lang="ja-JP" altLang="en-US" dirty="0">
                <a:solidFill>
                  <a:srgbClr val="FF0000"/>
                </a:solidFill>
              </a:rPr>
              <a:t>仮想点</a:t>
            </a:r>
          </a:p>
        </p:txBody>
      </p:sp>
      <p:cxnSp>
        <p:nvCxnSpPr>
          <p:cNvPr id="98" name="直線矢印コネクタ 97">
            <a:extLst>
              <a:ext uri="{FF2B5EF4-FFF2-40B4-BE49-F238E27FC236}">
                <a16:creationId xmlns:a16="http://schemas.microsoft.com/office/drawing/2014/main" id="{59B944C6-5F70-0D46-D996-6F544F30CBCC}"/>
              </a:ext>
            </a:extLst>
          </p:cNvPr>
          <p:cNvCxnSpPr>
            <a:cxnSpLocks/>
            <a:stCxn id="96" idx="1"/>
            <a:endCxn id="39" idx="5"/>
          </p:cNvCxnSpPr>
          <p:nvPr/>
        </p:nvCxnSpPr>
        <p:spPr>
          <a:xfrm flipH="1" flipV="1">
            <a:off x="3978742" y="4694244"/>
            <a:ext cx="551105" cy="395591"/>
          </a:xfrm>
          <a:prstGeom prst="straightConnector1">
            <a:avLst/>
          </a:prstGeom>
          <a:ln>
            <a:solidFill>
              <a:srgbClr val="FF0000"/>
            </a:solidFill>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2704521423"/>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DCDA4461-9721-F54B-9257-3FDC082EC228}"/>
              </a:ext>
            </a:extLst>
          </p:cNvPr>
          <p:cNvSpPr>
            <a:spLocks noGrp="1"/>
          </p:cNvSpPr>
          <p:nvPr>
            <p:ph type="title"/>
          </p:nvPr>
        </p:nvSpPr>
        <p:spPr/>
        <p:txBody>
          <a:bodyPr/>
          <a:lstStyle/>
          <a:p>
            <a:r>
              <a:rPr lang="en-US" altLang="ja-JP" dirty="0"/>
              <a:t>SLAM</a:t>
            </a:r>
            <a:r>
              <a:rPr lang="ja-JP" altLang="en-US" dirty="0"/>
              <a:t>に拡張</a:t>
            </a:r>
            <a:endParaRPr kumimoji="1" lang="ja-JP" altLang="en-US" dirty="0"/>
          </a:p>
        </p:txBody>
      </p:sp>
      <p:sp>
        <p:nvSpPr>
          <p:cNvPr id="3" name="コンテンツ プレースホルダー 2">
            <a:extLst>
              <a:ext uri="{FF2B5EF4-FFF2-40B4-BE49-F238E27FC236}">
                <a16:creationId xmlns:a16="http://schemas.microsoft.com/office/drawing/2014/main" id="{CA533986-A10D-2C69-59D7-F0C654527909}"/>
              </a:ext>
            </a:extLst>
          </p:cNvPr>
          <p:cNvSpPr>
            <a:spLocks noGrp="1"/>
          </p:cNvSpPr>
          <p:nvPr>
            <p:ph idx="1"/>
          </p:nvPr>
        </p:nvSpPr>
        <p:spPr/>
        <p:txBody>
          <a:bodyPr/>
          <a:lstStyle/>
          <a:p>
            <a:pPr>
              <a:lnSpc>
                <a:spcPct val="200000"/>
              </a:lnSpc>
            </a:pPr>
            <a:r>
              <a:rPr lang="ja-JP" altLang="en-US" dirty="0"/>
              <a:t>複数視点に分割してピンホール化</a:t>
            </a:r>
            <a:endParaRPr lang="en-US" altLang="ja-JP" dirty="0"/>
          </a:p>
          <a:p>
            <a:pPr lvl="1">
              <a:lnSpc>
                <a:spcPct val="200000"/>
              </a:lnSpc>
            </a:pPr>
            <a:r>
              <a:rPr lang="ja-JP" altLang="en-US" dirty="0"/>
              <a:t>従来の</a:t>
            </a:r>
            <a:r>
              <a:rPr lang="en-US" altLang="ja-JP" dirty="0"/>
              <a:t>SLAM</a:t>
            </a:r>
            <a:r>
              <a:rPr lang="ja-JP" altLang="en-US" dirty="0"/>
              <a:t>は平面画像を扱うピンホールモデルが主流</a:t>
            </a:r>
            <a:endParaRPr lang="en-US" altLang="ja-JP" dirty="0"/>
          </a:p>
          <a:p>
            <a:pPr lvl="1">
              <a:lnSpc>
                <a:spcPct val="200000"/>
              </a:lnSpc>
            </a:pPr>
            <a:r>
              <a:rPr lang="en-US" altLang="ja-JP" dirty="0"/>
              <a:t>360°</a:t>
            </a:r>
            <a:r>
              <a:rPr lang="ja-JP" altLang="en-US" dirty="0"/>
              <a:t>深さ画像を前後左右に分割して各方向の情報を入れる</a:t>
            </a:r>
            <a:endParaRPr lang="en-US" altLang="ja-JP" dirty="0"/>
          </a:p>
          <a:p>
            <a:pPr>
              <a:lnSpc>
                <a:spcPct val="200000"/>
              </a:lnSpc>
            </a:pPr>
            <a:r>
              <a:rPr lang="ja-JP" altLang="en-US" dirty="0"/>
              <a:t>正距円筒投影</a:t>
            </a:r>
            <a:endParaRPr lang="en-US" altLang="ja-JP" dirty="0"/>
          </a:p>
          <a:p>
            <a:pPr lvl="1">
              <a:lnSpc>
                <a:spcPct val="200000"/>
              </a:lnSpc>
            </a:pPr>
            <a:r>
              <a:rPr lang="ja-JP" altLang="en-US" dirty="0"/>
              <a:t>使える</a:t>
            </a:r>
            <a:r>
              <a:rPr lang="en-US" altLang="ja-JP" dirty="0"/>
              <a:t>SLAM</a:t>
            </a:r>
            <a:r>
              <a:rPr lang="ja-JP" altLang="en-US" dirty="0"/>
              <a:t>の形式がパノラマ</a:t>
            </a:r>
            <a:r>
              <a:rPr lang="en-US" altLang="ja-JP" dirty="0"/>
              <a:t>SLAM</a:t>
            </a:r>
            <a:r>
              <a:rPr lang="ja-JP" altLang="en-US" dirty="0"/>
              <a:t>系に限られる</a:t>
            </a:r>
            <a:endParaRPr lang="en-US" altLang="ja-JP" dirty="0"/>
          </a:p>
        </p:txBody>
      </p:sp>
      <p:sp>
        <p:nvSpPr>
          <p:cNvPr id="4" name="スライド番号プレースホルダー 3">
            <a:extLst>
              <a:ext uri="{FF2B5EF4-FFF2-40B4-BE49-F238E27FC236}">
                <a16:creationId xmlns:a16="http://schemas.microsoft.com/office/drawing/2014/main" id="{2668FED8-D4B5-B6C1-1266-C14AC01470BB}"/>
              </a:ext>
            </a:extLst>
          </p:cNvPr>
          <p:cNvSpPr>
            <a:spLocks noGrp="1"/>
          </p:cNvSpPr>
          <p:nvPr>
            <p:ph type="sldNum" sz="quarter" idx="12"/>
          </p:nvPr>
        </p:nvSpPr>
        <p:spPr/>
        <p:txBody>
          <a:bodyPr/>
          <a:lstStyle/>
          <a:p>
            <a:fld id="{36CC8B87-28FD-40C1-8BEA-A488324BDA2F}" type="slidenum">
              <a:rPr kumimoji="1" lang="ja-JP" altLang="en-US" smtClean="0"/>
              <a:t>12</a:t>
            </a:fld>
            <a:endParaRPr kumimoji="1" lang="ja-JP" altLang="en-US" dirty="0"/>
          </a:p>
        </p:txBody>
      </p:sp>
    </p:spTree>
    <p:extLst>
      <p:ext uri="{BB962C8B-B14F-4D97-AF65-F5344CB8AC3E}">
        <p14:creationId xmlns:p14="http://schemas.microsoft.com/office/powerpoint/2010/main" val="2240242792"/>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92933887-274F-8D64-063F-0033E5271083}"/>
              </a:ext>
            </a:extLst>
          </p:cNvPr>
          <p:cNvSpPr>
            <a:spLocks noGrp="1"/>
          </p:cNvSpPr>
          <p:nvPr>
            <p:ph type="title"/>
          </p:nvPr>
        </p:nvSpPr>
        <p:spPr/>
        <p:txBody>
          <a:bodyPr/>
          <a:lstStyle/>
          <a:p>
            <a:r>
              <a:rPr kumimoji="1" lang="ja-JP" altLang="en-US" dirty="0"/>
              <a:t>ルートマップ</a:t>
            </a:r>
          </a:p>
        </p:txBody>
      </p:sp>
      <p:sp>
        <p:nvSpPr>
          <p:cNvPr id="4" name="スライド番号プレースホルダー 3">
            <a:extLst>
              <a:ext uri="{FF2B5EF4-FFF2-40B4-BE49-F238E27FC236}">
                <a16:creationId xmlns:a16="http://schemas.microsoft.com/office/drawing/2014/main" id="{94253B5F-1A0F-0234-E060-D07EB77945A4}"/>
              </a:ext>
            </a:extLst>
          </p:cNvPr>
          <p:cNvSpPr>
            <a:spLocks noGrp="1"/>
          </p:cNvSpPr>
          <p:nvPr>
            <p:ph type="sldNum" sz="quarter" idx="12"/>
          </p:nvPr>
        </p:nvSpPr>
        <p:spPr/>
        <p:txBody>
          <a:bodyPr/>
          <a:lstStyle/>
          <a:p>
            <a:fld id="{36CC8B87-28FD-40C1-8BEA-A488324BDA2F}" type="slidenum">
              <a:rPr kumimoji="1" lang="ja-JP" altLang="en-US" smtClean="0"/>
              <a:t>13</a:t>
            </a:fld>
            <a:endParaRPr kumimoji="1" lang="ja-JP" altLang="en-US" dirty="0"/>
          </a:p>
        </p:txBody>
      </p:sp>
      <p:sp>
        <p:nvSpPr>
          <p:cNvPr id="5" name="四角形: 角を丸くする 4">
            <a:extLst>
              <a:ext uri="{FF2B5EF4-FFF2-40B4-BE49-F238E27FC236}">
                <a16:creationId xmlns:a16="http://schemas.microsoft.com/office/drawing/2014/main" id="{FCA26CEF-D5C6-66EA-3716-BA91BC15ACC2}"/>
              </a:ext>
            </a:extLst>
          </p:cNvPr>
          <p:cNvSpPr/>
          <p:nvPr/>
        </p:nvSpPr>
        <p:spPr>
          <a:xfrm>
            <a:off x="573209" y="1905003"/>
            <a:ext cx="2047163" cy="1194180"/>
          </a:xfrm>
          <a:prstGeom prst="round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カメラ環境構築</a:t>
            </a:r>
          </a:p>
        </p:txBody>
      </p:sp>
      <p:sp>
        <p:nvSpPr>
          <p:cNvPr id="6" name="四角形: 角を丸くする 5">
            <a:extLst>
              <a:ext uri="{FF2B5EF4-FFF2-40B4-BE49-F238E27FC236}">
                <a16:creationId xmlns:a16="http://schemas.microsoft.com/office/drawing/2014/main" id="{BB98675C-705A-C9E1-CB75-C1F169F70CBF}"/>
              </a:ext>
            </a:extLst>
          </p:cNvPr>
          <p:cNvSpPr/>
          <p:nvPr/>
        </p:nvSpPr>
        <p:spPr>
          <a:xfrm>
            <a:off x="573209" y="4293363"/>
            <a:ext cx="2047163" cy="1194180"/>
          </a:xfrm>
          <a:prstGeom prst="round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先行研究の</a:t>
            </a:r>
            <a:br>
              <a:rPr kumimoji="1" lang="en-US" altLang="ja-JP" dirty="0"/>
            </a:br>
            <a:r>
              <a:rPr kumimoji="1" lang="ja-JP" altLang="en-US" dirty="0"/>
              <a:t>環境構築</a:t>
            </a:r>
          </a:p>
        </p:txBody>
      </p:sp>
      <p:sp>
        <p:nvSpPr>
          <p:cNvPr id="7" name="四角形: 角を丸くする 6">
            <a:extLst>
              <a:ext uri="{FF2B5EF4-FFF2-40B4-BE49-F238E27FC236}">
                <a16:creationId xmlns:a16="http://schemas.microsoft.com/office/drawing/2014/main" id="{8A1905AE-8B96-ABB1-0D97-4046E23C6AC8}"/>
              </a:ext>
            </a:extLst>
          </p:cNvPr>
          <p:cNvSpPr/>
          <p:nvPr/>
        </p:nvSpPr>
        <p:spPr>
          <a:xfrm>
            <a:off x="5024653" y="1905003"/>
            <a:ext cx="2047163" cy="1194180"/>
          </a:xfrm>
          <a:prstGeom prst="round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リアルタイム</a:t>
            </a:r>
            <a:br>
              <a:rPr kumimoji="1" lang="en-US" altLang="ja-JP" dirty="0"/>
            </a:br>
            <a:r>
              <a:rPr kumimoji="1" lang="ja-JP" altLang="en-US" dirty="0"/>
              <a:t>深さ画像作成</a:t>
            </a:r>
          </a:p>
        </p:txBody>
      </p:sp>
      <p:sp>
        <p:nvSpPr>
          <p:cNvPr id="8" name="四角形: 角を丸くする 7">
            <a:extLst>
              <a:ext uri="{FF2B5EF4-FFF2-40B4-BE49-F238E27FC236}">
                <a16:creationId xmlns:a16="http://schemas.microsoft.com/office/drawing/2014/main" id="{74B0219B-C041-DDFD-7A81-3A96EAA93F4B}"/>
              </a:ext>
            </a:extLst>
          </p:cNvPr>
          <p:cNvSpPr/>
          <p:nvPr/>
        </p:nvSpPr>
        <p:spPr>
          <a:xfrm>
            <a:off x="5024653" y="4293363"/>
            <a:ext cx="2047163" cy="1194180"/>
          </a:xfrm>
          <a:prstGeom prst="round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en-US" altLang="ja-JP" dirty="0"/>
              <a:t>SLAM</a:t>
            </a:r>
            <a:r>
              <a:rPr kumimoji="1" lang="ja-JP" altLang="en-US" dirty="0"/>
              <a:t>環境構築</a:t>
            </a:r>
          </a:p>
        </p:txBody>
      </p:sp>
      <p:sp>
        <p:nvSpPr>
          <p:cNvPr id="9" name="四角形: 角を丸くする 8">
            <a:extLst>
              <a:ext uri="{FF2B5EF4-FFF2-40B4-BE49-F238E27FC236}">
                <a16:creationId xmlns:a16="http://schemas.microsoft.com/office/drawing/2014/main" id="{E444A957-2F55-92C6-66EF-D2E5A363B297}"/>
              </a:ext>
            </a:extLst>
          </p:cNvPr>
          <p:cNvSpPr/>
          <p:nvPr/>
        </p:nvSpPr>
        <p:spPr>
          <a:xfrm>
            <a:off x="9571633" y="3099183"/>
            <a:ext cx="2047163" cy="1194180"/>
          </a:xfrm>
          <a:prstGeom prst="roundRect">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目標</a:t>
            </a:r>
          </a:p>
        </p:txBody>
      </p:sp>
      <p:cxnSp>
        <p:nvCxnSpPr>
          <p:cNvPr id="11" name="直線矢印コネクタ 10">
            <a:extLst>
              <a:ext uri="{FF2B5EF4-FFF2-40B4-BE49-F238E27FC236}">
                <a16:creationId xmlns:a16="http://schemas.microsoft.com/office/drawing/2014/main" id="{9EEFF297-0104-231C-FC07-176518E4A055}"/>
              </a:ext>
            </a:extLst>
          </p:cNvPr>
          <p:cNvCxnSpPr>
            <a:cxnSpLocks/>
            <a:stCxn id="5" idx="3"/>
            <a:endCxn id="7" idx="1"/>
          </p:cNvCxnSpPr>
          <p:nvPr/>
        </p:nvCxnSpPr>
        <p:spPr>
          <a:xfrm>
            <a:off x="2620376" y="2502091"/>
            <a:ext cx="2404281" cy="0"/>
          </a:xfrm>
          <a:prstGeom prst="straightConnector1">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3" name="直線矢印コネクタ 12">
            <a:extLst>
              <a:ext uri="{FF2B5EF4-FFF2-40B4-BE49-F238E27FC236}">
                <a16:creationId xmlns:a16="http://schemas.microsoft.com/office/drawing/2014/main" id="{49399B3B-5CF0-A4CB-29EC-EF17E9F3FD10}"/>
              </a:ext>
            </a:extLst>
          </p:cNvPr>
          <p:cNvCxnSpPr>
            <a:cxnSpLocks/>
            <a:stCxn id="6" idx="3"/>
            <a:endCxn id="7" idx="1"/>
          </p:cNvCxnSpPr>
          <p:nvPr/>
        </p:nvCxnSpPr>
        <p:spPr>
          <a:xfrm flipV="1">
            <a:off x="2620376" y="2502091"/>
            <a:ext cx="2404281" cy="2388360"/>
          </a:xfrm>
          <a:prstGeom prst="curvedConnector3">
            <a:avLst>
              <a:gd name="adj1" fmla="val 50000"/>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17" name="直線矢印コネクタ 12">
            <a:extLst>
              <a:ext uri="{FF2B5EF4-FFF2-40B4-BE49-F238E27FC236}">
                <a16:creationId xmlns:a16="http://schemas.microsoft.com/office/drawing/2014/main" id="{7EEABE5A-1B98-AC5F-46EA-DBDAD59F9DD9}"/>
              </a:ext>
            </a:extLst>
          </p:cNvPr>
          <p:cNvCxnSpPr>
            <a:cxnSpLocks/>
            <a:stCxn id="7" idx="3"/>
            <a:endCxn id="9" idx="1"/>
          </p:cNvCxnSpPr>
          <p:nvPr/>
        </p:nvCxnSpPr>
        <p:spPr>
          <a:xfrm>
            <a:off x="7071813" y="2502091"/>
            <a:ext cx="2499819" cy="1194180"/>
          </a:xfrm>
          <a:prstGeom prst="curvedConnector3">
            <a:avLst>
              <a:gd name="adj1" fmla="val 50000"/>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cxnSp>
        <p:nvCxnSpPr>
          <p:cNvPr id="20" name="直線矢印コネクタ 12">
            <a:extLst>
              <a:ext uri="{FF2B5EF4-FFF2-40B4-BE49-F238E27FC236}">
                <a16:creationId xmlns:a16="http://schemas.microsoft.com/office/drawing/2014/main" id="{15592DB7-4AD7-6C61-2A8B-1CB1EF20F1BA}"/>
              </a:ext>
            </a:extLst>
          </p:cNvPr>
          <p:cNvCxnSpPr>
            <a:cxnSpLocks/>
            <a:stCxn id="8" idx="3"/>
            <a:endCxn id="9" idx="1"/>
          </p:cNvCxnSpPr>
          <p:nvPr/>
        </p:nvCxnSpPr>
        <p:spPr>
          <a:xfrm flipV="1">
            <a:off x="7071817" y="3696271"/>
            <a:ext cx="2499819" cy="1194180"/>
          </a:xfrm>
          <a:prstGeom prst="curvedConnector3">
            <a:avLst>
              <a:gd name="adj1" fmla="val 50000"/>
            </a:avLst>
          </a:prstGeom>
          <a:ln w="38100" cap="flat" cmpd="sng" algn="ctr">
            <a:solidFill>
              <a:schemeClr val="dk1"/>
            </a:solidFill>
            <a:prstDash val="solid"/>
            <a:round/>
            <a:headEnd type="none" w="med" len="med"/>
            <a:tailEnd type="arrow" w="med" len="med"/>
          </a:ln>
        </p:spPr>
        <p:style>
          <a:lnRef idx="0">
            <a:scrgbClr r="0" g="0" b="0"/>
          </a:lnRef>
          <a:fillRef idx="0">
            <a:scrgbClr r="0" g="0" b="0"/>
          </a:fillRef>
          <a:effectRef idx="0">
            <a:scrgbClr r="0" g="0" b="0"/>
          </a:effectRef>
          <a:fontRef idx="minor">
            <a:schemeClr val="tx1"/>
          </a:fontRef>
        </p:style>
      </p:cxnSp>
      <p:sp>
        <p:nvSpPr>
          <p:cNvPr id="3" name="四角形: 角を丸くする 2">
            <a:extLst>
              <a:ext uri="{FF2B5EF4-FFF2-40B4-BE49-F238E27FC236}">
                <a16:creationId xmlns:a16="http://schemas.microsoft.com/office/drawing/2014/main" id="{5CD23D3D-098F-2393-EF3A-3E090C116481}"/>
              </a:ext>
            </a:extLst>
          </p:cNvPr>
          <p:cNvSpPr/>
          <p:nvPr/>
        </p:nvSpPr>
        <p:spPr>
          <a:xfrm>
            <a:off x="575481" y="1907275"/>
            <a:ext cx="2047163" cy="1194180"/>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カメラ環境構築</a:t>
            </a:r>
          </a:p>
        </p:txBody>
      </p:sp>
      <p:sp>
        <p:nvSpPr>
          <p:cNvPr id="10" name="四角形: 角を丸くする 9">
            <a:extLst>
              <a:ext uri="{FF2B5EF4-FFF2-40B4-BE49-F238E27FC236}">
                <a16:creationId xmlns:a16="http://schemas.microsoft.com/office/drawing/2014/main" id="{EEB4EF4D-0503-7AA6-E2AD-70F6D2F649BC}"/>
              </a:ext>
            </a:extLst>
          </p:cNvPr>
          <p:cNvSpPr/>
          <p:nvPr/>
        </p:nvSpPr>
        <p:spPr>
          <a:xfrm>
            <a:off x="575481" y="4295635"/>
            <a:ext cx="2047163" cy="1194180"/>
          </a:xfrm>
          <a:prstGeom prst="roundRect">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kumimoji="1" lang="ja-JP" altLang="en-US" dirty="0"/>
              <a:t>先行研究の</a:t>
            </a:r>
            <a:br>
              <a:rPr kumimoji="1" lang="en-US" altLang="ja-JP" dirty="0"/>
            </a:br>
            <a:r>
              <a:rPr kumimoji="1" lang="ja-JP" altLang="en-US" dirty="0"/>
              <a:t>環境構築</a:t>
            </a:r>
          </a:p>
        </p:txBody>
      </p:sp>
    </p:spTree>
    <p:extLst>
      <p:ext uri="{BB962C8B-B14F-4D97-AF65-F5344CB8AC3E}">
        <p14:creationId xmlns:p14="http://schemas.microsoft.com/office/powerpoint/2010/main" val="437531408"/>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gtEl>
                                        <p:attrNameLst>
                                          <p:attrName>style.visibility</p:attrName>
                                        </p:attrNameLst>
                                      </p:cBhvr>
                                      <p:to>
                                        <p:strVal val="visible"/>
                                      </p:to>
                                    </p:set>
                                  </p:childTnLst>
                                </p:cTn>
                              </p:par>
                              <p:par>
                                <p:cTn id="7" presetID="1" presetClass="entr" presetSubtype="0" fill="hold" grpId="0" nodeType="withEffect">
                                  <p:stCondLst>
                                    <p:cond delay="0"/>
                                  </p:stCondLst>
                                  <p:childTnLst>
                                    <p:set>
                                      <p:cBhvr>
                                        <p:cTn id="8" dur="1" fill="hold">
                                          <p:stCondLst>
                                            <p:cond delay="0"/>
                                          </p:stCondLst>
                                        </p:cTn>
                                        <p:tgtEl>
                                          <p:spTgt spid="10"/>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animBg="1"/>
      <p:bldP spid="10" grpId="0" animBg="1"/>
    </p:bld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52709464-9D29-E8B1-875A-7E60B3D66380}"/>
              </a:ext>
            </a:extLst>
          </p:cNvPr>
          <p:cNvSpPr>
            <a:spLocks noGrp="1"/>
          </p:cNvSpPr>
          <p:nvPr>
            <p:ph type="title"/>
          </p:nvPr>
        </p:nvSpPr>
        <p:spPr/>
        <p:txBody>
          <a:bodyPr/>
          <a:lstStyle/>
          <a:p>
            <a:r>
              <a:rPr kumimoji="1" lang="ja-JP" altLang="en-US" dirty="0"/>
              <a:t>これまでの取り組み</a:t>
            </a:r>
          </a:p>
        </p:txBody>
      </p:sp>
      <p:sp>
        <p:nvSpPr>
          <p:cNvPr id="3" name="コンテンツ プレースホルダー 2">
            <a:extLst>
              <a:ext uri="{FF2B5EF4-FFF2-40B4-BE49-F238E27FC236}">
                <a16:creationId xmlns:a16="http://schemas.microsoft.com/office/drawing/2014/main" id="{0197F587-99B7-50AC-7790-FA4F2600B641}"/>
              </a:ext>
            </a:extLst>
          </p:cNvPr>
          <p:cNvSpPr>
            <a:spLocks noGrp="1"/>
          </p:cNvSpPr>
          <p:nvPr>
            <p:ph idx="1"/>
          </p:nvPr>
        </p:nvSpPr>
        <p:spPr/>
        <p:txBody>
          <a:bodyPr/>
          <a:lstStyle/>
          <a:p>
            <a:pPr>
              <a:lnSpc>
                <a:spcPct val="150000"/>
              </a:lnSpc>
            </a:pPr>
            <a:r>
              <a:rPr kumimoji="1" lang="ja-JP" altLang="en-US" dirty="0"/>
              <a:t>カメラ環境の構築</a:t>
            </a:r>
            <a:endParaRPr lang="en-US" altLang="ja-JP" dirty="0"/>
          </a:p>
          <a:p>
            <a:pPr lvl="1">
              <a:lnSpc>
                <a:spcPct val="150000"/>
              </a:lnSpc>
            </a:pPr>
            <a:r>
              <a:rPr lang="ja-JP" altLang="en-US" dirty="0"/>
              <a:t>カメラフレームの作成</a:t>
            </a:r>
            <a:endParaRPr lang="en-US" altLang="ja-JP" dirty="0"/>
          </a:p>
          <a:p>
            <a:pPr lvl="1">
              <a:lnSpc>
                <a:spcPct val="150000"/>
              </a:lnSpc>
            </a:pPr>
            <a:r>
              <a:rPr lang="ja-JP" altLang="en-US" dirty="0"/>
              <a:t>動作環境を整える</a:t>
            </a:r>
            <a:endParaRPr lang="en-US" altLang="ja-JP" dirty="0"/>
          </a:p>
          <a:p>
            <a:pPr lvl="2">
              <a:lnSpc>
                <a:spcPct val="150000"/>
              </a:lnSpc>
            </a:pPr>
            <a:r>
              <a:rPr lang="ja-JP" altLang="en-US" dirty="0"/>
              <a:t>開発者用の</a:t>
            </a:r>
            <a:r>
              <a:rPr lang="en-US" altLang="ja-JP" dirty="0"/>
              <a:t>OS</a:t>
            </a:r>
            <a:r>
              <a:rPr lang="ja-JP" altLang="en-US" dirty="0"/>
              <a:t>をフラッシュ</a:t>
            </a:r>
            <a:endParaRPr lang="en-US" altLang="ja-JP" dirty="0"/>
          </a:p>
          <a:p>
            <a:pPr lvl="2">
              <a:lnSpc>
                <a:spcPct val="150000"/>
              </a:lnSpc>
            </a:pPr>
            <a:r>
              <a:rPr lang="ja-JP" altLang="en-US" dirty="0"/>
              <a:t>公式からのリリースパッケージを実行</a:t>
            </a:r>
            <a:endParaRPr lang="en-US" altLang="ja-JP" dirty="0"/>
          </a:p>
          <a:p>
            <a:pPr>
              <a:lnSpc>
                <a:spcPct val="150000"/>
              </a:lnSpc>
            </a:pPr>
            <a:r>
              <a:rPr lang="ja-JP" altLang="en-US" dirty="0"/>
              <a:t>先行研究の環境構築</a:t>
            </a:r>
            <a:endParaRPr lang="en-US" altLang="ja-JP" dirty="0"/>
          </a:p>
          <a:p>
            <a:pPr lvl="1">
              <a:lnSpc>
                <a:spcPct val="150000"/>
              </a:lnSpc>
            </a:pPr>
            <a:r>
              <a:rPr lang="ja-JP" altLang="en-US" dirty="0"/>
              <a:t>公開されている先行研究のプログラムが動く</a:t>
            </a:r>
            <a:r>
              <a:rPr lang="en-US" altLang="ja-JP" dirty="0"/>
              <a:t>Python </a:t>
            </a:r>
            <a:r>
              <a:rPr lang="ja-JP" altLang="en-US" dirty="0"/>
              <a:t>環境を整える</a:t>
            </a:r>
            <a:endParaRPr lang="en-US" altLang="ja-JP" dirty="0"/>
          </a:p>
        </p:txBody>
      </p:sp>
      <p:sp>
        <p:nvSpPr>
          <p:cNvPr id="4" name="スライド番号プレースホルダー 3">
            <a:extLst>
              <a:ext uri="{FF2B5EF4-FFF2-40B4-BE49-F238E27FC236}">
                <a16:creationId xmlns:a16="http://schemas.microsoft.com/office/drawing/2014/main" id="{E0168C40-599C-B6B8-322D-CE942846210D}"/>
              </a:ext>
            </a:extLst>
          </p:cNvPr>
          <p:cNvSpPr>
            <a:spLocks noGrp="1"/>
          </p:cNvSpPr>
          <p:nvPr>
            <p:ph type="sldNum" sz="quarter" idx="12"/>
          </p:nvPr>
        </p:nvSpPr>
        <p:spPr/>
        <p:txBody>
          <a:bodyPr/>
          <a:lstStyle/>
          <a:p>
            <a:fld id="{36CC8B87-28FD-40C1-8BEA-A488324BDA2F}" type="slidenum">
              <a:rPr kumimoji="1" lang="ja-JP" altLang="en-US" smtClean="0"/>
              <a:t>14</a:t>
            </a:fld>
            <a:endParaRPr kumimoji="1" lang="ja-JP" altLang="en-US" dirty="0"/>
          </a:p>
        </p:txBody>
      </p:sp>
    </p:spTree>
    <p:extLst>
      <p:ext uri="{BB962C8B-B14F-4D97-AF65-F5344CB8AC3E}">
        <p14:creationId xmlns:p14="http://schemas.microsoft.com/office/powerpoint/2010/main" val="130302080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67EF559-8715-93AE-16DE-7F08550D2C9A}"/>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006B161D-1859-A4FE-AA0D-89ACE5B43828}"/>
              </a:ext>
            </a:extLst>
          </p:cNvPr>
          <p:cNvSpPr>
            <a:spLocks noGrp="1"/>
          </p:cNvSpPr>
          <p:nvPr>
            <p:ph type="title"/>
          </p:nvPr>
        </p:nvSpPr>
        <p:spPr/>
        <p:txBody>
          <a:bodyPr/>
          <a:lstStyle/>
          <a:p>
            <a:r>
              <a:rPr kumimoji="1" lang="ja-JP" altLang="en-US" dirty="0"/>
              <a:t>カメラ環境の構築が滞っている原因</a:t>
            </a:r>
          </a:p>
        </p:txBody>
      </p:sp>
      <p:sp>
        <p:nvSpPr>
          <p:cNvPr id="3" name="コンテンツ プレースホルダー 2">
            <a:extLst>
              <a:ext uri="{FF2B5EF4-FFF2-40B4-BE49-F238E27FC236}">
                <a16:creationId xmlns:a16="http://schemas.microsoft.com/office/drawing/2014/main" id="{61018A81-4F19-7E9A-E51C-DB12A23153C1}"/>
              </a:ext>
            </a:extLst>
          </p:cNvPr>
          <p:cNvSpPr>
            <a:spLocks noGrp="1"/>
          </p:cNvSpPr>
          <p:nvPr>
            <p:ph idx="1"/>
          </p:nvPr>
        </p:nvSpPr>
        <p:spPr/>
        <p:txBody>
          <a:bodyPr/>
          <a:lstStyle/>
          <a:p>
            <a:pPr>
              <a:lnSpc>
                <a:spcPct val="200000"/>
              </a:lnSpc>
            </a:pPr>
            <a:r>
              <a:rPr lang="ja-JP" altLang="en-US" dirty="0"/>
              <a:t>公式からのリリースパッケージを実行する環境が整っていない</a:t>
            </a:r>
            <a:endParaRPr lang="en-US" altLang="ja-JP" dirty="0"/>
          </a:p>
          <a:p>
            <a:pPr lvl="1">
              <a:lnSpc>
                <a:spcPct val="200000"/>
              </a:lnSpc>
            </a:pPr>
            <a:r>
              <a:rPr lang="ja-JP" altLang="en-US" dirty="0"/>
              <a:t>開発者用の</a:t>
            </a:r>
            <a:r>
              <a:rPr lang="en-US" altLang="ja-JP" dirty="0"/>
              <a:t>OS</a:t>
            </a:r>
            <a:r>
              <a:rPr lang="ja-JP" altLang="en-US" dirty="0"/>
              <a:t>のバージョンが非常に限定的</a:t>
            </a:r>
            <a:endParaRPr lang="en-US" altLang="ja-JP" dirty="0"/>
          </a:p>
          <a:p>
            <a:pPr lvl="1">
              <a:lnSpc>
                <a:spcPct val="200000"/>
              </a:lnSpc>
            </a:pPr>
            <a:r>
              <a:rPr lang="ja-JP" altLang="en-US" dirty="0"/>
              <a:t>バージョンを合わせるたびフラッシュされるので</a:t>
            </a:r>
            <a:br>
              <a:rPr lang="en-US" altLang="ja-JP" dirty="0"/>
            </a:br>
            <a:r>
              <a:rPr lang="ja-JP" altLang="en-US" dirty="0"/>
              <a:t>整えた環境が消える➞</a:t>
            </a:r>
            <a:r>
              <a:rPr lang="en-US" altLang="ja-JP" dirty="0"/>
              <a:t>Docker</a:t>
            </a:r>
            <a:r>
              <a:rPr lang="ja-JP" altLang="en-US" dirty="0"/>
              <a:t>の方が良いかもしれない</a:t>
            </a:r>
            <a:endParaRPr lang="en-US" altLang="ja-JP" dirty="0"/>
          </a:p>
          <a:p>
            <a:pPr lvl="1">
              <a:lnSpc>
                <a:spcPct val="200000"/>
              </a:lnSpc>
            </a:pPr>
            <a:r>
              <a:rPr kumimoji="1" lang="ja-JP" altLang="en-US" dirty="0"/>
              <a:t>バージョンを合わせても動かない</a:t>
            </a:r>
            <a:endParaRPr lang="en-US" altLang="ja-JP" dirty="0"/>
          </a:p>
          <a:p>
            <a:pPr lvl="1">
              <a:lnSpc>
                <a:spcPct val="200000"/>
              </a:lnSpc>
            </a:pPr>
            <a:r>
              <a:rPr kumimoji="1" lang="ja-JP" altLang="en-US" dirty="0"/>
              <a:t>原因究明中</a:t>
            </a:r>
            <a:endParaRPr kumimoji="1" lang="en-US" altLang="ja-JP" dirty="0"/>
          </a:p>
          <a:p>
            <a:pPr>
              <a:lnSpc>
                <a:spcPct val="200000"/>
              </a:lnSpc>
            </a:pPr>
            <a:endParaRPr lang="en-US" altLang="ja-JP" dirty="0"/>
          </a:p>
        </p:txBody>
      </p:sp>
      <p:sp>
        <p:nvSpPr>
          <p:cNvPr id="4" name="スライド番号プレースホルダー 3">
            <a:extLst>
              <a:ext uri="{FF2B5EF4-FFF2-40B4-BE49-F238E27FC236}">
                <a16:creationId xmlns:a16="http://schemas.microsoft.com/office/drawing/2014/main" id="{7DB43D75-D1A8-8686-782B-B7951BDD09E0}"/>
              </a:ext>
            </a:extLst>
          </p:cNvPr>
          <p:cNvSpPr>
            <a:spLocks noGrp="1"/>
          </p:cNvSpPr>
          <p:nvPr>
            <p:ph type="sldNum" sz="quarter" idx="12"/>
          </p:nvPr>
        </p:nvSpPr>
        <p:spPr/>
        <p:txBody>
          <a:bodyPr/>
          <a:lstStyle/>
          <a:p>
            <a:fld id="{36CC8B87-28FD-40C1-8BEA-A488324BDA2F}" type="slidenum">
              <a:rPr kumimoji="1" lang="ja-JP" altLang="en-US" smtClean="0"/>
              <a:t>15</a:t>
            </a:fld>
            <a:endParaRPr kumimoji="1" lang="ja-JP" altLang="en-US" dirty="0"/>
          </a:p>
        </p:txBody>
      </p:sp>
    </p:spTree>
    <p:extLst>
      <p:ext uri="{BB962C8B-B14F-4D97-AF65-F5344CB8AC3E}">
        <p14:creationId xmlns:p14="http://schemas.microsoft.com/office/powerpoint/2010/main" val="220950561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1CDDD-E3A0-4AD4-4F86-053730363502}"/>
            </a:ext>
          </a:extLst>
        </p:cNvPr>
        <p:cNvGrpSpPr/>
        <p:nvPr/>
      </p:nvGrpSpPr>
      <p:grpSpPr>
        <a:xfrm>
          <a:off x="0" y="0"/>
          <a:ext cx="0" cy="0"/>
          <a:chOff x="0" y="0"/>
          <a:chExt cx="0" cy="0"/>
        </a:xfrm>
      </p:grpSpPr>
      <p:sp>
        <p:nvSpPr>
          <p:cNvPr id="2" name="タイトル 1">
            <a:extLst>
              <a:ext uri="{FF2B5EF4-FFF2-40B4-BE49-F238E27FC236}">
                <a16:creationId xmlns:a16="http://schemas.microsoft.com/office/drawing/2014/main" id="{9187A8CB-0690-88FF-AA82-15E835B43F64}"/>
              </a:ext>
            </a:extLst>
          </p:cNvPr>
          <p:cNvSpPr>
            <a:spLocks noGrp="1"/>
          </p:cNvSpPr>
          <p:nvPr>
            <p:ph type="title"/>
          </p:nvPr>
        </p:nvSpPr>
        <p:spPr/>
        <p:txBody>
          <a:bodyPr/>
          <a:lstStyle/>
          <a:p>
            <a:r>
              <a:rPr lang="ja-JP" altLang="en-US" dirty="0"/>
              <a:t>先行研究の</a:t>
            </a:r>
            <a:r>
              <a:rPr kumimoji="1" lang="ja-JP" altLang="en-US" dirty="0"/>
              <a:t>環境の構築が滞っている原因</a:t>
            </a:r>
          </a:p>
        </p:txBody>
      </p:sp>
      <p:sp>
        <p:nvSpPr>
          <p:cNvPr id="3" name="コンテンツ プレースホルダー 2">
            <a:extLst>
              <a:ext uri="{FF2B5EF4-FFF2-40B4-BE49-F238E27FC236}">
                <a16:creationId xmlns:a16="http://schemas.microsoft.com/office/drawing/2014/main" id="{592711A9-BFF1-326B-5F78-71187F0A1A35}"/>
              </a:ext>
            </a:extLst>
          </p:cNvPr>
          <p:cNvSpPr>
            <a:spLocks noGrp="1"/>
          </p:cNvSpPr>
          <p:nvPr>
            <p:ph idx="1"/>
          </p:nvPr>
        </p:nvSpPr>
        <p:spPr/>
        <p:txBody>
          <a:bodyPr/>
          <a:lstStyle/>
          <a:p>
            <a:pPr>
              <a:lnSpc>
                <a:spcPct val="250000"/>
              </a:lnSpc>
            </a:pPr>
            <a:r>
              <a:rPr lang="ja-JP" altLang="en-US" dirty="0"/>
              <a:t>公開されている</a:t>
            </a:r>
            <a:r>
              <a:rPr lang="en-US" altLang="ja-JP" dirty="0" err="1"/>
              <a:t>Github</a:t>
            </a:r>
            <a:r>
              <a:rPr lang="ja-JP" altLang="en-US" dirty="0"/>
              <a:t>に詳細な環境の情報が書いていない</a:t>
            </a:r>
            <a:endParaRPr lang="en-US" altLang="ja-JP" dirty="0"/>
          </a:p>
          <a:p>
            <a:pPr lvl="1">
              <a:lnSpc>
                <a:spcPct val="250000"/>
              </a:lnSpc>
            </a:pPr>
            <a:r>
              <a:rPr kumimoji="1" lang="ja-JP" altLang="en-US" dirty="0"/>
              <a:t>環境を整える手順は書いてあるが，手順通りに実行すると</a:t>
            </a:r>
            <a:br>
              <a:rPr kumimoji="1" lang="en-US" altLang="ja-JP" dirty="0"/>
            </a:br>
            <a:r>
              <a:rPr lang="ja-JP" altLang="en-US" dirty="0"/>
              <a:t>自動的に最新版のライブラリがインストールされる</a:t>
            </a:r>
            <a:endParaRPr lang="en-US" altLang="ja-JP" dirty="0"/>
          </a:p>
          <a:p>
            <a:pPr lvl="1">
              <a:lnSpc>
                <a:spcPct val="250000"/>
              </a:lnSpc>
            </a:pPr>
            <a:r>
              <a:rPr kumimoji="1" lang="en-US" altLang="ja-JP" dirty="0"/>
              <a:t>Jetson</a:t>
            </a:r>
            <a:r>
              <a:rPr kumimoji="1" lang="ja-JP" altLang="en-US" dirty="0"/>
              <a:t>環境では，通常の</a:t>
            </a:r>
            <a:r>
              <a:rPr kumimoji="1" lang="en-US" altLang="ja-JP" dirty="0"/>
              <a:t>Linux</a:t>
            </a:r>
            <a:r>
              <a:rPr lang="ja-JP" altLang="en-US" dirty="0"/>
              <a:t>と同様の方法で</a:t>
            </a:r>
            <a:r>
              <a:rPr kumimoji="1" lang="ja-JP" altLang="en-US" dirty="0"/>
              <a:t>インストールできない</a:t>
            </a:r>
            <a:br>
              <a:rPr kumimoji="1" lang="en-US" altLang="ja-JP" dirty="0"/>
            </a:br>
            <a:r>
              <a:rPr kumimoji="1" lang="ja-JP" altLang="en-US" dirty="0"/>
              <a:t>ライブラリが存在していてその都度調べなければならない</a:t>
            </a:r>
            <a:endParaRPr kumimoji="1" lang="en-US" altLang="ja-JP" dirty="0"/>
          </a:p>
          <a:p>
            <a:pPr lvl="1">
              <a:lnSpc>
                <a:spcPct val="250000"/>
              </a:lnSpc>
            </a:pPr>
            <a:endParaRPr kumimoji="1" lang="en-US" altLang="ja-JP" dirty="0"/>
          </a:p>
          <a:p>
            <a:pPr>
              <a:lnSpc>
                <a:spcPct val="250000"/>
              </a:lnSpc>
            </a:pPr>
            <a:endParaRPr lang="en-US" altLang="ja-JP" dirty="0"/>
          </a:p>
        </p:txBody>
      </p:sp>
      <p:sp>
        <p:nvSpPr>
          <p:cNvPr id="4" name="スライド番号プレースホルダー 3">
            <a:extLst>
              <a:ext uri="{FF2B5EF4-FFF2-40B4-BE49-F238E27FC236}">
                <a16:creationId xmlns:a16="http://schemas.microsoft.com/office/drawing/2014/main" id="{BABCF371-3C2F-AAEF-9B6E-056265AA4BBF}"/>
              </a:ext>
            </a:extLst>
          </p:cNvPr>
          <p:cNvSpPr>
            <a:spLocks noGrp="1"/>
          </p:cNvSpPr>
          <p:nvPr>
            <p:ph type="sldNum" sz="quarter" idx="12"/>
          </p:nvPr>
        </p:nvSpPr>
        <p:spPr/>
        <p:txBody>
          <a:bodyPr/>
          <a:lstStyle/>
          <a:p>
            <a:fld id="{36CC8B87-28FD-40C1-8BEA-A488324BDA2F}" type="slidenum">
              <a:rPr kumimoji="1" lang="ja-JP" altLang="en-US" smtClean="0"/>
              <a:t>16</a:t>
            </a:fld>
            <a:endParaRPr kumimoji="1" lang="ja-JP" altLang="en-US" dirty="0"/>
          </a:p>
        </p:txBody>
      </p:sp>
    </p:spTree>
    <p:extLst>
      <p:ext uri="{BB962C8B-B14F-4D97-AF65-F5344CB8AC3E}">
        <p14:creationId xmlns:p14="http://schemas.microsoft.com/office/powerpoint/2010/main" val="83837703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show="0">
  <p:cSld>
    <p:spTree>
      <p:nvGrpSpPr>
        <p:cNvPr id="1" name=""/>
        <p:cNvGrpSpPr/>
        <p:nvPr/>
      </p:nvGrpSpPr>
      <p:grpSpPr>
        <a:xfrm>
          <a:off x="0" y="0"/>
          <a:ext cx="0" cy="0"/>
          <a:chOff x="0" y="0"/>
          <a:chExt cx="0" cy="0"/>
        </a:xfrm>
      </p:grpSpPr>
      <p:sp>
        <p:nvSpPr>
          <p:cNvPr id="2" name="タイトル 1">
            <a:extLst>
              <a:ext uri="{FF2B5EF4-FFF2-40B4-BE49-F238E27FC236}">
                <a16:creationId xmlns:a16="http://schemas.microsoft.com/office/drawing/2014/main" id="{F2F0F9ED-3BFB-3DAC-1022-C627C9AD4E38}"/>
              </a:ext>
            </a:extLst>
          </p:cNvPr>
          <p:cNvSpPr>
            <a:spLocks noGrp="1"/>
          </p:cNvSpPr>
          <p:nvPr>
            <p:ph type="title"/>
          </p:nvPr>
        </p:nvSpPr>
        <p:spPr/>
        <p:txBody>
          <a:bodyPr/>
          <a:lstStyle/>
          <a:p>
            <a:r>
              <a:rPr lang="ja-JP" altLang="en-US" dirty="0"/>
              <a:t>視差の大きいカメラを選ぶ</a:t>
            </a:r>
          </a:p>
        </p:txBody>
      </p:sp>
      <p:sp>
        <p:nvSpPr>
          <p:cNvPr id="3" name="コンテンツ プレースホルダー 2">
            <a:extLst>
              <a:ext uri="{FF2B5EF4-FFF2-40B4-BE49-F238E27FC236}">
                <a16:creationId xmlns:a16="http://schemas.microsoft.com/office/drawing/2014/main" id="{1BBB54C7-DC9E-AAC8-8E06-DDBD3B2E08D9}"/>
              </a:ext>
            </a:extLst>
          </p:cNvPr>
          <p:cNvSpPr>
            <a:spLocks noGrp="1"/>
          </p:cNvSpPr>
          <p:nvPr>
            <p:ph idx="1"/>
          </p:nvPr>
        </p:nvSpPr>
        <p:spPr/>
        <p:txBody>
          <a:bodyPr>
            <a:normAutofit/>
          </a:bodyPr>
          <a:lstStyle/>
          <a:p>
            <a:pPr marL="0" indent="0">
              <a:buNone/>
            </a:pPr>
            <a:r>
              <a:rPr lang="ja-JP" altLang="en-US" dirty="0"/>
              <a:t>最小の深さと最大の深さで見える方向が大きく違う方が</a:t>
            </a:r>
            <a:br>
              <a:rPr lang="en-US" altLang="ja-JP" dirty="0"/>
            </a:br>
            <a:r>
              <a:rPr lang="ja-JP" altLang="en-US" dirty="0"/>
              <a:t>違いが生まれやすく正確な深さが取れる</a:t>
            </a:r>
          </a:p>
        </p:txBody>
      </p:sp>
      <p:pic>
        <p:nvPicPr>
          <p:cNvPr id="8" name="図 7" descr="グラフ&#10;&#10;AI によって生成されたコンテンツは間違っている可能性があります。">
            <a:extLst>
              <a:ext uri="{FF2B5EF4-FFF2-40B4-BE49-F238E27FC236}">
                <a16:creationId xmlns:a16="http://schemas.microsoft.com/office/drawing/2014/main" id="{084047E8-3D87-67BF-2AE4-7D2D7D83616F}"/>
              </a:ext>
            </a:extLst>
          </p:cNvPr>
          <p:cNvPicPr>
            <a:picLocks noChangeAspect="1"/>
          </p:cNvPicPr>
          <p:nvPr/>
        </p:nvPicPr>
        <p:blipFill>
          <a:blip r:embed="rId3">
            <a:extLst>
              <a:ext uri="{28A0092B-C50C-407E-A947-70E740481C1C}">
                <a14:useLocalDpi xmlns:a14="http://schemas.microsoft.com/office/drawing/2010/main" val="0"/>
              </a:ext>
            </a:extLst>
          </a:blip>
          <a:srcRect l="40672" t="19999" r="25503" b="12890"/>
          <a:stretch/>
        </p:blipFill>
        <p:spPr>
          <a:xfrm>
            <a:off x="7901480" y="2516197"/>
            <a:ext cx="2705101" cy="3354379"/>
          </a:xfrm>
          <a:prstGeom prst="rect">
            <a:avLst/>
          </a:prstGeom>
        </p:spPr>
      </p:pic>
      <p:sp>
        <p:nvSpPr>
          <p:cNvPr id="10" name="正方形/長方形 9">
            <a:extLst>
              <a:ext uri="{FF2B5EF4-FFF2-40B4-BE49-F238E27FC236}">
                <a16:creationId xmlns:a16="http://schemas.microsoft.com/office/drawing/2014/main" id="{4B2B5516-76FE-057A-6C98-99378A5ABA1E}"/>
              </a:ext>
            </a:extLst>
          </p:cNvPr>
          <p:cNvSpPr/>
          <p:nvPr/>
        </p:nvSpPr>
        <p:spPr>
          <a:xfrm rot="2615578">
            <a:off x="2743859" y="3624799"/>
            <a:ext cx="893056" cy="902588"/>
          </a:xfrm>
          <a:prstGeom prst="rect">
            <a:avLst/>
          </a:prstGeom>
          <a:noFill/>
          <a:ln>
            <a:solidFill>
              <a:schemeClr val="tx1">
                <a:lumMod val="40000"/>
                <a:lumOff val="60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p>
        </p:txBody>
      </p:sp>
      <p:sp>
        <p:nvSpPr>
          <p:cNvPr id="14" name="部分円 13">
            <a:extLst>
              <a:ext uri="{FF2B5EF4-FFF2-40B4-BE49-F238E27FC236}">
                <a16:creationId xmlns:a16="http://schemas.microsoft.com/office/drawing/2014/main" id="{7707A54C-DB69-1C77-63EC-08514497D242}"/>
              </a:ext>
            </a:extLst>
          </p:cNvPr>
          <p:cNvSpPr/>
          <p:nvPr/>
        </p:nvSpPr>
        <p:spPr>
          <a:xfrm>
            <a:off x="2854328" y="3113969"/>
            <a:ext cx="650069" cy="651843"/>
          </a:xfrm>
          <a:prstGeom prst="pie">
            <a:avLst>
              <a:gd name="adj1" fmla="val 8998221"/>
              <a:gd name="adj2" fmla="val 1857598"/>
            </a:avLst>
          </a:prstGeom>
          <a:noFill/>
          <a:ln>
            <a:solidFill>
              <a:schemeClr val="bg1">
                <a:lumMod val="10000"/>
              </a:schemeClr>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0070C0"/>
              </a:solidFill>
            </a:endParaRPr>
          </a:p>
        </p:txBody>
      </p:sp>
      <p:sp>
        <p:nvSpPr>
          <p:cNvPr id="15" name="部分円 14">
            <a:extLst>
              <a:ext uri="{FF2B5EF4-FFF2-40B4-BE49-F238E27FC236}">
                <a16:creationId xmlns:a16="http://schemas.microsoft.com/office/drawing/2014/main" id="{CA0997E9-2341-5F93-2B9F-6BC81783EDF7}"/>
              </a:ext>
            </a:extLst>
          </p:cNvPr>
          <p:cNvSpPr/>
          <p:nvPr/>
        </p:nvSpPr>
        <p:spPr>
          <a:xfrm rot="5400000">
            <a:off x="3503503" y="3734443"/>
            <a:ext cx="651844" cy="650068"/>
          </a:xfrm>
          <a:prstGeom prst="pie">
            <a:avLst>
              <a:gd name="adj1" fmla="val 8998221"/>
              <a:gd name="adj2" fmla="val 1857598"/>
            </a:avLst>
          </a:prstGeom>
          <a:noFill/>
          <a:ln>
            <a:solidFill>
              <a:srgbClr val="FF000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0070C0"/>
              </a:solidFill>
            </a:endParaRPr>
          </a:p>
        </p:txBody>
      </p:sp>
      <p:sp>
        <p:nvSpPr>
          <p:cNvPr id="16" name="部分円 15">
            <a:extLst>
              <a:ext uri="{FF2B5EF4-FFF2-40B4-BE49-F238E27FC236}">
                <a16:creationId xmlns:a16="http://schemas.microsoft.com/office/drawing/2014/main" id="{484121B6-AF89-2844-A6DD-E337CF741807}"/>
              </a:ext>
            </a:extLst>
          </p:cNvPr>
          <p:cNvSpPr/>
          <p:nvPr/>
        </p:nvSpPr>
        <p:spPr>
          <a:xfrm rot="10800000">
            <a:off x="2879364" y="4386381"/>
            <a:ext cx="650069" cy="651843"/>
          </a:xfrm>
          <a:prstGeom prst="pie">
            <a:avLst>
              <a:gd name="adj1" fmla="val 8998221"/>
              <a:gd name="adj2" fmla="val 1857598"/>
            </a:avLst>
          </a:prstGeom>
          <a:noFill/>
          <a:ln>
            <a:solidFill>
              <a:srgbClr val="0070C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0070C0"/>
              </a:solidFill>
            </a:endParaRPr>
          </a:p>
        </p:txBody>
      </p:sp>
      <p:sp>
        <p:nvSpPr>
          <p:cNvPr id="17" name="部分円 16">
            <a:extLst>
              <a:ext uri="{FF2B5EF4-FFF2-40B4-BE49-F238E27FC236}">
                <a16:creationId xmlns:a16="http://schemas.microsoft.com/office/drawing/2014/main" id="{6EEF44A5-D03B-6BA2-7978-961C1C2F948C}"/>
              </a:ext>
            </a:extLst>
          </p:cNvPr>
          <p:cNvSpPr/>
          <p:nvPr/>
        </p:nvSpPr>
        <p:spPr>
          <a:xfrm rot="16200000">
            <a:off x="2225431" y="3767311"/>
            <a:ext cx="651844" cy="650068"/>
          </a:xfrm>
          <a:prstGeom prst="pie">
            <a:avLst>
              <a:gd name="adj1" fmla="val 8998221"/>
              <a:gd name="adj2" fmla="val 1857598"/>
            </a:avLst>
          </a:prstGeom>
          <a:noFill/>
          <a:ln>
            <a:solidFill>
              <a:srgbClr val="FFC000"/>
            </a:solidFill>
          </a:ln>
          <a:effectLst>
            <a:outerShdw blurRad="63500" sx="102000" sy="102000" algn="ctr" rotWithShape="0">
              <a:prstClr val="black">
                <a:alpha val="40000"/>
              </a:prstClr>
            </a:outerShdw>
          </a:effectLst>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rgbClr val="0070C0"/>
              </a:solidFill>
            </a:endParaRPr>
          </a:p>
        </p:txBody>
      </p:sp>
      <p:cxnSp>
        <p:nvCxnSpPr>
          <p:cNvPr id="19" name="直線コネクタ 18">
            <a:extLst>
              <a:ext uri="{FF2B5EF4-FFF2-40B4-BE49-F238E27FC236}">
                <a16:creationId xmlns:a16="http://schemas.microsoft.com/office/drawing/2014/main" id="{FFAB4C61-CBAC-054B-BB25-FAA0F8657785}"/>
              </a:ext>
            </a:extLst>
          </p:cNvPr>
          <p:cNvCxnSpPr>
            <a:cxnSpLocks/>
          </p:cNvCxnSpPr>
          <p:nvPr/>
        </p:nvCxnSpPr>
        <p:spPr>
          <a:xfrm>
            <a:off x="3166140" y="3439892"/>
            <a:ext cx="4166557" cy="1271793"/>
          </a:xfrm>
          <a:prstGeom prst="line">
            <a:avLst/>
          </a:prstGeom>
          <a:ln w="19050">
            <a:solidFill>
              <a:schemeClr val="bg1">
                <a:lumMod val="10000"/>
              </a:schemeClr>
            </a:solidFill>
          </a:ln>
        </p:spPr>
        <p:style>
          <a:lnRef idx="1">
            <a:schemeClr val="dk1"/>
          </a:lnRef>
          <a:fillRef idx="0">
            <a:schemeClr val="dk1"/>
          </a:fillRef>
          <a:effectRef idx="0">
            <a:schemeClr val="dk1"/>
          </a:effectRef>
          <a:fontRef idx="minor">
            <a:schemeClr val="tx1"/>
          </a:fontRef>
        </p:style>
      </p:cxnSp>
      <p:sp>
        <p:nvSpPr>
          <p:cNvPr id="36" name="円弧 35">
            <a:extLst>
              <a:ext uri="{FF2B5EF4-FFF2-40B4-BE49-F238E27FC236}">
                <a16:creationId xmlns:a16="http://schemas.microsoft.com/office/drawing/2014/main" id="{4A63F039-BFFF-3D95-AFEF-58DF88C51DD7}"/>
              </a:ext>
            </a:extLst>
          </p:cNvPr>
          <p:cNvSpPr/>
          <p:nvPr/>
        </p:nvSpPr>
        <p:spPr>
          <a:xfrm>
            <a:off x="977843" y="1247089"/>
            <a:ext cx="4376591" cy="4385592"/>
          </a:xfrm>
          <a:prstGeom prst="arc">
            <a:avLst>
              <a:gd name="adj1" fmla="val 20994273"/>
              <a:gd name="adj2" fmla="val 2681605"/>
            </a:avLst>
          </a:prstGeom>
          <a:ln w="28575">
            <a:solidFill>
              <a:srgbClr val="FF0000">
                <a:alpha val="50196"/>
              </a:srgb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39" name="円弧 38">
            <a:extLst>
              <a:ext uri="{FF2B5EF4-FFF2-40B4-BE49-F238E27FC236}">
                <a16:creationId xmlns:a16="http://schemas.microsoft.com/office/drawing/2014/main" id="{3B95A7FE-5EEF-BD2F-8C17-A73E2DAD9E9E}"/>
              </a:ext>
            </a:extLst>
          </p:cNvPr>
          <p:cNvSpPr/>
          <p:nvPr/>
        </p:nvSpPr>
        <p:spPr>
          <a:xfrm>
            <a:off x="-1045277" y="-1150668"/>
            <a:ext cx="8422820" cy="9181106"/>
          </a:xfrm>
          <a:prstGeom prst="arc">
            <a:avLst>
              <a:gd name="adj1" fmla="val 21106860"/>
              <a:gd name="adj2" fmla="val 2688835"/>
            </a:avLst>
          </a:prstGeom>
          <a:ln w="28575">
            <a:solidFill>
              <a:srgbClr val="0070C0">
                <a:alpha val="50196"/>
              </a:srgb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cxnSp>
        <p:nvCxnSpPr>
          <p:cNvPr id="54" name="直線コネクタ 53">
            <a:extLst>
              <a:ext uri="{FF2B5EF4-FFF2-40B4-BE49-F238E27FC236}">
                <a16:creationId xmlns:a16="http://schemas.microsoft.com/office/drawing/2014/main" id="{60BCDD27-DAD3-9F5B-0C33-7B3AD0DDD8FD}"/>
              </a:ext>
            </a:extLst>
          </p:cNvPr>
          <p:cNvCxnSpPr>
            <a:cxnSpLocks/>
          </p:cNvCxnSpPr>
          <p:nvPr/>
        </p:nvCxnSpPr>
        <p:spPr>
          <a:xfrm>
            <a:off x="3816210" y="4059477"/>
            <a:ext cx="1450415" cy="16307"/>
          </a:xfrm>
          <a:prstGeom prst="line">
            <a:avLst/>
          </a:prstGeom>
          <a:ln w="19050">
            <a:solidFill>
              <a:srgbClr val="FF0000"/>
            </a:solidFill>
          </a:ln>
        </p:spPr>
        <p:style>
          <a:lnRef idx="1">
            <a:schemeClr val="dk1"/>
          </a:lnRef>
          <a:fillRef idx="0">
            <a:schemeClr val="dk1"/>
          </a:fillRef>
          <a:effectRef idx="0">
            <a:schemeClr val="dk1"/>
          </a:effectRef>
          <a:fontRef idx="minor">
            <a:schemeClr val="tx1"/>
          </a:fontRef>
        </p:style>
      </p:cxnSp>
      <p:cxnSp>
        <p:nvCxnSpPr>
          <p:cNvPr id="57" name="直線コネクタ 56">
            <a:extLst>
              <a:ext uri="{FF2B5EF4-FFF2-40B4-BE49-F238E27FC236}">
                <a16:creationId xmlns:a16="http://schemas.microsoft.com/office/drawing/2014/main" id="{9C55A47E-2210-7076-9B37-73FC834F1159}"/>
              </a:ext>
            </a:extLst>
          </p:cNvPr>
          <p:cNvCxnSpPr>
            <a:cxnSpLocks/>
          </p:cNvCxnSpPr>
          <p:nvPr/>
        </p:nvCxnSpPr>
        <p:spPr>
          <a:xfrm>
            <a:off x="3824123" y="4059186"/>
            <a:ext cx="3393560" cy="614351"/>
          </a:xfrm>
          <a:prstGeom prst="line">
            <a:avLst/>
          </a:prstGeom>
          <a:ln w="19050">
            <a:solidFill>
              <a:srgbClr val="FF0000"/>
            </a:solidFill>
          </a:ln>
        </p:spPr>
        <p:style>
          <a:lnRef idx="1">
            <a:schemeClr val="dk1"/>
          </a:lnRef>
          <a:fillRef idx="0">
            <a:schemeClr val="dk1"/>
          </a:fillRef>
          <a:effectRef idx="0">
            <a:schemeClr val="dk1"/>
          </a:effectRef>
          <a:fontRef idx="minor">
            <a:schemeClr val="tx1"/>
          </a:fontRef>
        </p:style>
      </p:cxnSp>
      <p:cxnSp>
        <p:nvCxnSpPr>
          <p:cNvPr id="66" name="直線コネクタ 65">
            <a:extLst>
              <a:ext uri="{FF2B5EF4-FFF2-40B4-BE49-F238E27FC236}">
                <a16:creationId xmlns:a16="http://schemas.microsoft.com/office/drawing/2014/main" id="{0F0608A4-5061-41EF-017D-B6DD427920FE}"/>
              </a:ext>
            </a:extLst>
          </p:cNvPr>
          <p:cNvCxnSpPr>
            <a:cxnSpLocks/>
          </p:cNvCxnSpPr>
          <p:nvPr/>
        </p:nvCxnSpPr>
        <p:spPr>
          <a:xfrm flipV="1">
            <a:off x="3199096" y="4081383"/>
            <a:ext cx="2066205" cy="630599"/>
          </a:xfrm>
          <a:prstGeom prst="line">
            <a:avLst/>
          </a:prstGeom>
          <a:ln w="19050">
            <a:solidFill>
              <a:srgbClr val="0070C0"/>
            </a:solidFill>
          </a:ln>
        </p:spPr>
        <p:style>
          <a:lnRef idx="1">
            <a:schemeClr val="dk1"/>
          </a:lnRef>
          <a:fillRef idx="0">
            <a:schemeClr val="dk1"/>
          </a:fillRef>
          <a:effectRef idx="0">
            <a:schemeClr val="dk1"/>
          </a:effectRef>
          <a:fontRef idx="minor">
            <a:schemeClr val="tx1"/>
          </a:fontRef>
        </p:style>
      </p:cxnSp>
      <p:cxnSp>
        <p:nvCxnSpPr>
          <p:cNvPr id="72" name="直線コネクタ 71">
            <a:extLst>
              <a:ext uri="{FF2B5EF4-FFF2-40B4-BE49-F238E27FC236}">
                <a16:creationId xmlns:a16="http://schemas.microsoft.com/office/drawing/2014/main" id="{FFA50E26-A03B-DA61-4591-A83433C8C919}"/>
              </a:ext>
            </a:extLst>
          </p:cNvPr>
          <p:cNvCxnSpPr>
            <a:cxnSpLocks/>
          </p:cNvCxnSpPr>
          <p:nvPr/>
        </p:nvCxnSpPr>
        <p:spPr>
          <a:xfrm flipV="1">
            <a:off x="3204400" y="4673536"/>
            <a:ext cx="4013289" cy="38149"/>
          </a:xfrm>
          <a:prstGeom prst="line">
            <a:avLst/>
          </a:prstGeom>
          <a:ln w="19050">
            <a:solidFill>
              <a:srgbClr val="0070C0"/>
            </a:solidFill>
          </a:ln>
        </p:spPr>
        <p:style>
          <a:lnRef idx="1">
            <a:schemeClr val="dk1"/>
          </a:lnRef>
          <a:fillRef idx="0">
            <a:schemeClr val="dk1"/>
          </a:fillRef>
          <a:effectRef idx="0">
            <a:schemeClr val="dk1"/>
          </a:effectRef>
          <a:fontRef idx="minor">
            <a:schemeClr val="tx1"/>
          </a:fontRef>
        </p:style>
      </p:cxnSp>
      <p:sp>
        <p:nvSpPr>
          <p:cNvPr id="83" name="円弧 82">
            <a:extLst>
              <a:ext uri="{FF2B5EF4-FFF2-40B4-BE49-F238E27FC236}">
                <a16:creationId xmlns:a16="http://schemas.microsoft.com/office/drawing/2014/main" id="{97730DC5-B984-981F-46CC-643AAF3022EB}"/>
              </a:ext>
            </a:extLst>
          </p:cNvPr>
          <p:cNvSpPr/>
          <p:nvPr/>
        </p:nvSpPr>
        <p:spPr>
          <a:xfrm>
            <a:off x="173541" y="517379"/>
            <a:ext cx="5830375" cy="5903660"/>
          </a:xfrm>
          <a:prstGeom prst="arc">
            <a:avLst>
              <a:gd name="adj1" fmla="val 20936755"/>
              <a:gd name="adj2" fmla="val 2681605"/>
            </a:avLst>
          </a:prstGeom>
          <a:ln w="28575">
            <a:solidFill>
              <a:srgbClr val="00B050">
                <a:alpha val="50196"/>
              </a:srgb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84" name="円弧 83">
            <a:extLst>
              <a:ext uri="{FF2B5EF4-FFF2-40B4-BE49-F238E27FC236}">
                <a16:creationId xmlns:a16="http://schemas.microsoft.com/office/drawing/2014/main" id="{3AFD5CDA-B7A3-197A-4C44-4213BC46A3C0}"/>
              </a:ext>
            </a:extLst>
          </p:cNvPr>
          <p:cNvSpPr/>
          <p:nvPr/>
        </p:nvSpPr>
        <p:spPr>
          <a:xfrm>
            <a:off x="-363488" y="-223436"/>
            <a:ext cx="7046057" cy="7326642"/>
          </a:xfrm>
          <a:prstGeom prst="arc">
            <a:avLst>
              <a:gd name="adj1" fmla="val 20936755"/>
              <a:gd name="adj2" fmla="val 2681605"/>
            </a:avLst>
          </a:prstGeom>
          <a:ln w="28575">
            <a:solidFill>
              <a:srgbClr val="00B050">
                <a:alpha val="50196"/>
              </a:srgbClr>
            </a:solidFill>
          </a:ln>
        </p:spPr>
        <p:style>
          <a:lnRef idx="1">
            <a:schemeClr val="accent1"/>
          </a:lnRef>
          <a:fillRef idx="0">
            <a:schemeClr val="accent1"/>
          </a:fillRef>
          <a:effectRef idx="0">
            <a:schemeClr val="accent1"/>
          </a:effectRef>
          <a:fontRef idx="minor">
            <a:schemeClr val="tx1"/>
          </a:fontRef>
        </p:style>
        <p:txBody>
          <a:bodyPr rtlCol="0" anchor="ctr"/>
          <a:lstStyle/>
          <a:p>
            <a:pPr algn="ctr"/>
            <a:endParaRPr kumimoji="1" lang="ja-JP" altLang="en-US"/>
          </a:p>
        </p:txBody>
      </p:sp>
      <p:sp>
        <p:nvSpPr>
          <p:cNvPr id="86" name="テキスト ボックス 85">
            <a:extLst>
              <a:ext uri="{FF2B5EF4-FFF2-40B4-BE49-F238E27FC236}">
                <a16:creationId xmlns:a16="http://schemas.microsoft.com/office/drawing/2014/main" id="{E079F43F-F9BB-C1BF-A4D9-39F3C55B7921}"/>
              </a:ext>
            </a:extLst>
          </p:cNvPr>
          <p:cNvSpPr txBox="1"/>
          <p:nvPr/>
        </p:nvSpPr>
        <p:spPr>
          <a:xfrm>
            <a:off x="2551349" y="2789909"/>
            <a:ext cx="1338828" cy="369332"/>
          </a:xfrm>
          <a:prstGeom prst="rect">
            <a:avLst/>
          </a:prstGeom>
          <a:noFill/>
        </p:spPr>
        <p:txBody>
          <a:bodyPr wrap="none" rtlCol="0">
            <a:spAutoFit/>
          </a:bodyPr>
          <a:lstStyle/>
          <a:p>
            <a:r>
              <a:rPr kumimoji="1" lang="ja-JP" altLang="en-US" dirty="0"/>
              <a:t>基準カメラ</a:t>
            </a:r>
          </a:p>
        </p:txBody>
      </p:sp>
      <p:sp>
        <p:nvSpPr>
          <p:cNvPr id="6" name="部分円 5">
            <a:extLst>
              <a:ext uri="{FF2B5EF4-FFF2-40B4-BE49-F238E27FC236}">
                <a16:creationId xmlns:a16="http://schemas.microsoft.com/office/drawing/2014/main" id="{5D052BD5-6A37-3365-35DC-342267FA42DF}"/>
              </a:ext>
            </a:extLst>
          </p:cNvPr>
          <p:cNvSpPr/>
          <p:nvPr/>
        </p:nvSpPr>
        <p:spPr>
          <a:xfrm>
            <a:off x="3507855" y="3731741"/>
            <a:ext cx="650068" cy="651843"/>
          </a:xfrm>
          <a:prstGeom prst="pie">
            <a:avLst>
              <a:gd name="adj1" fmla="val 0"/>
              <a:gd name="adj2" fmla="val 754694"/>
            </a:avLst>
          </a:prstGeom>
          <a:solidFill>
            <a:srgbClr val="FF000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
        <p:nvSpPr>
          <p:cNvPr id="7" name="部分円 6">
            <a:extLst>
              <a:ext uri="{FF2B5EF4-FFF2-40B4-BE49-F238E27FC236}">
                <a16:creationId xmlns:a16="http://schemas.microsoft.com/office/drawing/2014/main" id="{CF3EBCD0-5270-758B-6367-5251665AF157}"/>
              </a:ext>
            </a:extLst>
          </p:cNvPr>
          <p:cNvSpPr/>
          <p:nvPr/>
        </p:nvSpPr>
        <p:spPr>
          <a:xfrm>
            <a:off x="2879359" y="4386381"/>
            <a:ext cx="650068" cy="651843"/>
          </a:xfrm>
          <a:prstGeom prst="pie">
            <a:avLst>
              <a:gd name="adj1" fmla="val 20509722"/>
              <a:gd name="adj2" fmla="val 21490514"/>
            </a:avLst>
          </a:prstGeom>
          <a:solidFill>
            <a:srgbClr val="0070C0"/>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kumimoji="1" lang="ja-JP" altLang="en-US">
              <a:solidFill>
                <a:schemeClr val="tx1"/>
              </a:solidFill>
            </a:endParaRPr>
          </a:p>
        </p:txBody>
      </p:sp>
    </p:spTree>
    <p:extLst>
      <p:ext uri="{BB962C8B-B14F-4D97-AF65-F5344CB8AC3E}">
        <p14:creationId xmlns:p14="http://schemas.microsoft.com/office/powerpoint/2010/main" val="1165323365"/>
      </p:ext>
    </p:extLst>
  </p:cSld>
  <p:clrMapOvr>
    <a:masterClrMapping/>
  </p:clrMapOvr>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0" end="0"/>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0" presetClass="entr" presetSubtype="0" fill="hold" nodeType="clickEffect">
                                  <p:stCondLst>
                                    <p:cond delay="0"/>
                                  </p:stCondLst>
                                  <p:childTnLst>
                                    <p:set>
                                      <p:cBhvr>
                                        <p:cTn id="10" dur="1" fill="hold">
                                          <p:stCondLst>
                                            <p:cond delay="0"/>
                                          </p:stCondLst>
                                        </p:cTn>
                                        <p:tgtEl>
                                          <p:spTgt spid="54"/>
                                        </p:tgtEl>
                                        <p:attrNameLst>
                                          <p:attrName>style.visibility</p:attrName>
                                        </p:attrNameLst>
                                      </p:cBhvr>
                                      <p:to>
                                        <p:strVal val="visible"/>
                                      </p:to>
                                    </p:set>
                                    <p:animEffect transition="in" filter="fade">
                                      <p:cBhvr>
                                        <p:cTn id="11" dur="500"/>
                                        <p:tgtEl>
                                          <p:spTgt spid="54"/>
                                        </p:tgtEl>
                                      </p:cBhvr>
                                    </p:animEffect>
                                  </p:childTnLst>
                                </p:cTn>
                              </p:par>
                              <p:par>
                                <p:cTn id="12" presetID="10" presetClass="entr" presetSubtype="0" fill="hold" nodeType="withEffect">
                                  <p:stCondLst>
                                    <p:cond delay="0"/>
                                  </p:stCondLst>
                                  <p:childTnLst>
                                    <p:set>
                                      <p:cBhvr>
                                        <p:cTn id="13" dur="1" fill="hold">
                                          <p:stCondLst>
                                            <p:cond delay="0"/>
                                          </p:stCondLst>
                                        </p:cTn>
                                        <p:tgtEl>
                                          <p:spTgt spid="57"/>
                                        </p:tgtEl>
                                        <p:attrNameLst>
                                          <p:attrName>style.visibility</p:attrName>
                                        </p:attrNameLst>
                                      </p:cBhvr>
                                      <p:to>
                                        <p:strVal val="visible"/>
                                      </p:to>
                                    </p:set>
                                    <p:animEffect transition="in" filter="fade">
                                      <p:cBhvr>
                                        <p:cTn id="14" dur="500"/>
                                        <p:tgtEl>
                                          <p:spTgt spid="57"/>
                                        </p:tgtEl>
                                      </p:cBhvr>
                                    </p:animEffec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nodeType="clickEffect">
                                  <p:stCondLst>
                                    <p:cond delay="0"/>
                                  </p:stCondLst>
                                  <p:childTnLst>
                                    <p:set>
                                      <p:cBhvr>
                                        <p:cTn id="18" dur="1" fill="hold">
                                          <p:stCondLst>
                                            <p:cond delay="0"/>
                                          </p:stCondLst>
                                        </p:cTn>
                                        <p:tgtEl>
                                          <p:spTgt spid="66"/>
                                        </p:tgtEl>
                                        <p:attrNameLst>
                                          <p:attrName>style.visibility</p:attrName>
                                        </p:attrNameLst>
                                      </p:cBhvr>
                                      <p:to>
                                        <p:strVal val="visible"/>
                                      </p:to>
                                    </p:set>
                                  </p:childTnLst>
                                </p:cTn>
                              </p:par>
                              <p:par>
                                <p:cTn id="19" presetID="1" presetClass="entr" presetSubtype="0" fill="hold" nodeType="withEffect">
                                  <p:stCondLst>
                                    <p:cond delay="0"/>
                                  </p:stCondLst>
                                  <p:childTnLst>
                                    <p:set>
                                      <p:cBhvr>
                                        <p:cTn id="20" dur="1" fill="hold">
                                          <p:stCondLst>
                                            <p:cond delay="0"/>
                                          </p:stCondLst>
                                        </p:cTn>
                                        <p:tgtEl>
                                          <p:spTgt spid="72"/>
                                        </p:tgtEl>
                                        <p:attrNameLst>
                                          <p:attrName>style.visibility</p:attrName>
                                        </p:attrNameLst>
                                      </p:cBhvr>
                                      <p:to>
                                        <p:strVal val="visible"/>
                                      </p:to>
                                    </p:set>
                                  </p:childTnLst>
                                </p:cTn>
                              </p:par>
                            </p:childTnLst>
                          </p:cTn>
                        </p:par>
                      </p:childTnLst>
                    </p:cTn>
                  </p:par>
                  <p:par>
                    <p:cTn id="21" fill="hold">
                      <p:stCondLst>
                        <p:cond delay="indefinite"/>
                      </p:stCondLst>
                      <p:childTnLst>
                        <p:par>
                          <p:cTn id="22" fill="hold">
                            <p:stCondLst>
                              <p:cond delay="0"/>
                            </p:stCondLst>
                            <p:childTnLst>
                              <p:par>
                                <p:cTn id="23" presetID="10" presetClass="entr" presetSubtype="0" fill="hold" grpId="0" nodeType="clickEffect">
                                  <p:stCondLst>
                                    <p:cond delay="0"/>
                                  </p:stCondLst>
                                  <p:childTnLst>
                                    <p:set>
                                      <p:cBhvr>
                                        <p:cTn id="24" dur="1" fill="hold">
                                          <p:stCondLst>
                                            <p:cond delay="0"/>
                                          </p:stCondLst>
                                        </p:cTn>
                                        <p:tgtEl>
                                          <p:spTgt spid="6"/>
                                        </p:tgtEl>
                                        <p:attrNameLst>
                                          <p:attrName>style.visibility</p:attrName>
                                        </p:attrNameLst>
                                      </p:cBhvr>
                                      <p:to>
                                        <p:strVal val="visible"/>
                                      </p:to>
                                    </p:set>
                                    <p:animEffect transition="in" filter="fade">
                                      <p:cBhvr>
                                        <p:cTn id="25" dur="500"/>
                                        <p:tgtEl>
                                          <p:spTgt spid="6"/>
                                        </p:tgtEl>
                                      </p:cBhvr>
                                    </p:animEffect>
                                  </p:childTnLst>
                                </p:cTn>
                              </p:par>
                              <p:par>
                                <p:cTn id="26" presetID="10" presetClass="entr" presetSubtype="0" fill="hold" grpId="0" nodeType="withEffect">
                                  <p:stCondLst>
                                    <p:cond delay="0"/>
                                  </p:stCondLst>
                                  <p:childTnLst>
                                    <p:set>
                                      <p:cBhvr>
                                        <p:cTn id="27" dur="1" fill="hold">
                                          <p:stCondLst>
                                            <p:cond delay="0"/>
                                          </p:stCondLst>
                                        </p:cTn>
                                        <p:tgtEl>
                                          <p:spTgt spid="7"/>
                                        </p:tgtEl>
                                        <p:attrNameLst>
                                          <p:attrName>style.visibility</p:attrName>
                                        </p:attrNameLst>
                                      </p:cBhvr>
                                      <p:to>
                                        <p:strVal val="visible"/>
                                      </p:to>
                                    </p:set>
                                    <p:animEffect transition="in" filter="fade">
                                      <p:cBhvr>
                                        <p:cTn id="28" dur="500"/>
                                        <p:tgtEl>
                                          <p:spTgt spid="7"/>
                                        </p:tgtEl>
                                      </p:cBhvr>
                                    </p:animEffect>
                                  </p:childTnLst>
                                </p:cTn>
                              </p:par>
                            </p:childTnLst>
                          </p:cTn>
                        </p:par>
                      </p:childTnLst>
                    </p:cTn>
                  </p:par>
                  <p:par>
                    <p:cTn id="29" fill="hold">
                      <p:stCondLst>
                        <p:cond delay="indefinite"/>
                      </p:stCondLst>
                      <p:childTnLst>
                        <p:par>
                          <p:cTn id="30" fill="hold">
                            <p:stCondLst>
                              <p:cond delay="0"/>
                            </p:stCondLst>
                            <p:childTnLst>
                              <p:par>
                                <p:cTn id="31" presetID="1" presetClass="entr" presetSubtype="0" fill="hold" nodeType="clickEffect">
                                  <p:stCondLst>
                                    <p:cond delay="0"/>
                                  </p:stCondLst>
                                  <p:childTnLst>
                                    <p:set>
                                      <p:cBhvr>
                                        <p:cTn id="32" dur="1" fill="hold">
                                          <p:stCondLst>
                                            <p:cond delay="0"/>
                                          </p:stCondLst>
                                        </p:cTn>
                                        <p:tgtEl>
                                          <p:spTgt spid="8"/>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P spid="6" grpId="0" animBg="1"/>
      <p:bldP spid="7" grpId="0" animBg="1"/>
    </p:bldLst>
  </p:timing>
  <p:extLst>
    <p:ext uri="{6950BFC3-D8DA-4A85-94F7-54DA5524770B}">
      <p188:commentRel xmlns:p188="http://schemas.microsoft.com/office/powerpoint/2018/8/main" r:id="rId2"/>
    </p:ext>
  </p:extLst>
</p:sld>
</file>

<file path=ppt/theme/theme1.xml><?xml version="1.0" encoding="utf-8"?>
<a:theme xmlns:a="http://schemas.openxmlformats.org/drawingml/2006/main" name="研究発表スライドマスタ">
  <a:themeElements>
    <a:clrScheme name="ユーザー定義 8">
      <a:dk1>
        <a:srgbClr val="4D4D4D"/>
      </a:dk1>
      <a:lt1>
        <a:srgbClr val="F8F8F8"/>
      </a:lt1>
      <a:dk2>
        <a:srgbClr val="7F7F7F"/>
      </a:dk2>
      <a:lt2>
        <a:srgbClr val="B2B2B2"/>
      </a:lt2>
      <a:accent1>
        <a:srgbClr val="2E5B96"/>
      </a:accent1>
      <a:accent2>
        <a:srgbClr val="C03936"/>
      </a:accent2>
      <a:accent3>
        <a:srgbClr val="ED7D31"/>
      </a:accent3>
      <a:accent4>
        <a:srgbClr val="3E9288"/>
      </a:accent4>
      <a:accent5>
        <a:srgbClr val="4747C1"/>
      </a:accent5>
      <a:accent6>
        <a:srgbClr val="70AD47"/>
      </a:accent6>
      <a:hlink>
        <a:srgbClr val="0563C1"/>
      </a:hlink>
      <a:folHlink>
        <a:srgbClr val="954F72"/>
      </a:folHlink>
    </a:clrScheme>
    <a:fontScheme name="ユーザー定義 2">
      <a:majorFont>
        <a:latin typeface="Segoe UI"/>
        <a:ea typeface="游ゴシック Medium"/>
        <a:cs typeface=""/>
      </a:majorFont>
      <a:minorFont>
        <a:latin typeface="Segoe UI"/>
        <a:ea typeface="游ゴシック Medium"/>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研究発表用テンプレート2022版.potx" id="{6306135A-614C-4776-A803-91994B10B76C}" vid="{3B8C9F31-E626-4709-A765-E9EDF381CB24}"/>
    </a:ext>
  </a:extLst>
</a:theme>
</file>

<file path=ppt/theme/theme2.xml><?xml version="1.0" encoding="utf-8"?>
<a:theme xmlns:a="http://schemas.openxmlformats.org/drawingml/2006/main" name="introduction">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ユーザー定義 1">
      <a:majorFont>
        <a:latin typeface="游ゴシック"/>
        <a:ea typeface="游ゴシック"/>
        <a:cs typeface=""/>
      </a:majorFont>
      <a:minorFont>
        <a:latin typeface="游ゴシック"/>
        <a:ea typeface="游ゴシック"/>
        <a:cs typeface=""/>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テーマ">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游ゴシック Light"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游ゴシック"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emplate>ResearchPresentation</Template>
  <TotalTime>6477</TotalTime>
  <Words>667</Words>
  <Application>Microsoft Office PowerPoint</Application>
  <PresentationFormat>ワイド画面</PresentationFormat>
  <Paragraphs>117</Paragraphs>
  <Slides>17</Slides>
  <Notes>7</Notes>
  <HiddenSlides>1</HiddenSlides>
  <MMClips>0</MMClips>
  <ScaleCrop>false</ScaleCrop>
  <HeadingPairs>
    <vt:vector size="6" baseType="variant">
      <vt:variant>
        <vt:lpstr>使用されているフォント</vt:lpstr>
      </vt:variant>
      <vt:variant>
        <vt:i4>5</vt:i4>
      </vt:variant>
      <vt:variant>
        <vt:lpstr>テーマ</vt:lpstr>
      </vt:variant>
      <vt:variant>
        <vt:i4>2</vt:i4>
      </vt:variant>
      <vt:variant>
        <vt:lpstr>スライド タイトル</vt:lpstr>
      </vt:variant>
      <vt:variant>
        <vt:i4>17</vt:i4>
      </vt:variant>
    </vt:vector>
  </HeadingPairs>
  <TitlesOfParts>
    <vt:vector size="24" baseType="lpstr">
      <vt:lpstr>游ゴシック</vt:lpstr>
      <vt:lpstr>游ゴシック Medium</vt:lpstr>
      <vt:lpstr>Arial</vt:lpstr>
      <vt:lpstr>Segoe UI</vt:lpstr>
      <vt:lpstr>Wingdings</vt:lpstr>
      <vt:lpstr>研究発表スライドマスタ</vt:lpstr>
      <vt:lpstr>introduction</vt:lpstr>
      <vt:lpstr>4つの魚眼カメラにより 生成したパノラマ深さ画像 によるSLAM</vt:lpstr>
      <vt:lpstr>背景と目的</vt:lpstr>
      <vt:lpstr>SLAMの構成要素</vt:lpstr>
      <vt:lpstr>従来の問題と目的</vt:lpstr>
      <vt:lpstr>ハードウェア構成</vt:lpstr>
      <vt:lpstr>魚眼カメラのカラー画像を深さ画像に変換</vt:lpstr>
      <vt:lpstr>魚眼カメラのカラー画像を深さ画像に変換</vt:lpstr>
      <vt:lpstr>魚眼カメラのカラー画像を深さ画像に変換</vt:lpstr>
      <vt:lpstr>魚眼カメラのカラー画像を深さ画像に変換</vt:lpstr>
      <vt:lpstr>魚眼カメラのカラー画像から深さ画像を作成</vt:lpstr>
      <vt:lpstr>パノラマ画像につなぎ合わせる</vt:lpstr>
      <vt:lpstr>SLAMに拡張</vt:lpstr>
      <vt:lpstr>ルートマップ</vt:lpstr>
      <vt:lpstr>これまでの取り組み</vt:lpstr>
      <vt:lpstr>カメラ環境の構築が滞っている原因</vt:lpstr>
      <vt:lpstr>先行研究の環境の構築が滞っている原因</vt:lpstr>
      <vt:lpstr>視差の大きいカメラを選ぶ</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TAKAGISHI Tsukasa</dc:creator>
  <cp:lastModifiedBy>TAKAGISHI Tsukasa</cp:lastModifiedBy>
  <cp:revision>71</cp:revision>
  <dcterms:created xsi:type="dcterms:W3CDTF">2025-10-10T06:31:09Z</dcterms:created>
  <dcterms:modified xsi:type="dcterms:W3CDTF">2025-10-17T05:10:54Z</dcterms:modified>
</cp:coreProperties>
</file>