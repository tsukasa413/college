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ov" ContentType="video/quicktime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60" r:id="rId4"/>
    <p:sldId id="262" r:id="rId5"/>
    <p:sldId id="265" r:id="rId6"/>
    <p:sldId id="266" r:id="rId7"/>
    <p:sldId id="264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70" d="100"/>
          <a:sy n="70" d="100"/>
        </p:scale>
        <p:origin x="501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AE8FA8-0BC4-4DFE-B954-2BCF0490A277}" type="datetimeFigureOut">
              <a:rPr kumimoji="1" lang="ja-JP" altLang="en-US" smtClean="0"/>
              <a:t>2025/8/25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5B7177-6770-4064-B1FD-3FCA874AAB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1654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D1445D-B0F8-733F-9422-5547FE77D3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18556"/>
            <a:ext cx="9144000" cy="2020888"/>
          </a:xfrm>
        </p:spPr>
        <p:txBody>
          <a:bodyPr anchor="ctr"/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EE79A5E-E0BF-0920-11E9-43C7DC2520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067299"/>
            <a:ext cx="9144000" cy="11525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dirty="0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C080CED-07D8-C9F1-59A2-4839D38486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C9EED9-CAD1-47E9-8DD6-01B8A32A0DD5}" type="datetime1">
              <a:rPr kumimoji="1" lang="ja-JP" altLang="en-US" smtClean="0"/>
              <a:t>2025/8/25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861451B-8909-6CE7-4F89-22F10E941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30375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 userDrawn="1">
          <p15:clr>
            <a:srgbClr val="FBAE40"/>
          </p15:clr>
        </p15:guide>
        <p15:guide id="2" pos="1867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212D68-86E2-A5E0-B1E1-99B9BF660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5338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C138EE1-AABF-BDE7-1448-2382A3081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1438"/>
            <a:ext cx="10515600" cy="5151436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A37D407-2C7E-0672-3C21-D86ABC8B5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96575" y="1"/>
            <a:ext cx="1495425" cy="795338"/>
          </a:xfrm>
        </p:spPr>
        <p:txBody>
          <a:bodyPr/>
          <a:lstStyle/>
          <a:p>
            <a:fld id="{26A9E367-388E-47C3-A3A9-BA9CCF6716F8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830212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F86B23-3DD1-48B3-109A-2ED551A8E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ctr"/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B20AC70-C243-7E98-6E1F-64B5D24F2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E9C6B54-ED55-D673-6060-E93288580F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94EFC9F-779B-4C16-9909-60A1CEDEC0E9}" type="datetime1">
              <a:rPr kumimoji="1" lang="ja-JP" altLang="en-US" smtClean="0"/>
              <a:t>2025/8/25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C990E5D-6612-F164-8C94-CE7E6A0EE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42F7194-2B2D-9032-D396-3DFF33C59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9E367-388E-47C3-A3A9-BA9CCF6716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0938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ECABE2-2E06-68BB-CC10-A89385726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5337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9BDD20F-A9F4-1C70-80C2-2D992413D7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41438"/>
            <a:ext cx="5181600" cy="5148262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9BCEB52-63CF-C489-6E50-2CED723FFA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341438"/>
            <a:ext cx="5181600" cy="5148262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2" name="スライド番号プレースホルダー 5">
            <a:extLst>
              <a:ext uri="{FF2B5EF4-FFF2-40B4-BE49-F238E27FC236}">
                <a16:creationId xmlns:a16="http://schemas.microsoft.com/office/drawing/2014/main" id="{B1F0B767-BA68-C69A-1BC1-0867F1C92A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96575" y="0"/>
            <a:ext cx="1495425" cy="7969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fld id="{26A9E367-388E-47C3-A3A9-BA9CCF6716F8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2457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42975B-7D7C-3B63-5B49-45442800A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795338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6AD19D4-0AE9-625A-6596-63CB9FD89F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341438"/>
            <a:ext cx="5157787" cy="64701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9C2C410-BC89-B7B1-2851-F1F727AD63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169432"/>
            <a:ext cx="5157787" cy="4020232"/>
          </a:xfrm>
        </p:spPr>
        <p:txBody>
          <a:bodyPr/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94DA709-1699-42C0-7278-40B036BE2D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024" y="1341438"/>
            <a:ext cx="5183188" cy="64701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EBC964D-E34C-0CA9-A4C5-11369ACC89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169432"/>
            <a:ext cx="5183188" cy="4020232"/>
          </a:xfrm>
        </p:spPr>
        <p:txBody>
          <a:bodyPr/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5C7CBB6-8FDE-A243-F559-D92DBFEB28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DACABF1-8DFE-4763-8E8F-89FB1D2E14A2}" type="datetime1">
              <a:rPr kumimoji="1" lang="ja-JP" altLang="en-US" smtClean="0"/>
              <a:t>2025/8/25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409EC41-6D89-4D0F-4C3E-C3FDD41B9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45162CA-C78B-F2AB-CAAB-61F9EE23F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9E367-388E-47C3-A3A9-BA9CCF6716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0451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C20A41-C2F2-830B-0BA3-9945CC50C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42ABA2B-FEDD-1F63-85E7-E29D1EFD0E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128B4-3E6E-4B13-93E0-9569B8AC390A}" type="datetime1">
              <a:rPr kumimoji="1" lang="ja-JP" altLang="en-US" smtClean="0"/>
              <a:t>2025/8/25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6E3A97F-941E-7D00-235D-8811B51A6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E7EB4FF-5B83-0D99-B93B-86DC6E1EB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9E367-388E-47C3-A3A9-BA9CCF6716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6383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AD7075E-F8FE-46E9-154A-DA86118B79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EEB246E-2704-4A35-AE13-2BB1C3353824}" type="datetime1">
              <a:rPr kumimoji="1" lang="ja-JP" altLang="en-US" smtClean="0"/>
              <a:t>2025/8/25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A882393-CE5D-46D5-AE31-A44B21D9F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65A965E-D2BB-B51B-EB92-7ACFC98CE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9E367-388E-47C3-A3A9-BA9CCF6716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608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479463-3320-BE7C-4D4E-699D16F5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14E8AD-4DE9-7EF2-B446-493321B7E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33F7551-562C-28AB-4202-A78B35DC2C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6BF8731-7543-6FE1-039B-43AE9EB33C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71ABB68-3F99-4B15-90C1-9C915CF4F226}" type="datetime1">
              <a:rPr kumimoji="1" lang="ja-JP" altLang="en-US" smtClean="0"/>
              <a:t>2025/8/25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FEB3A43-A089-FA7C-62CA-99F79856F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DB7DBE8-6884-EC65-D152-D123FB9D3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9E367-388E-47C3-A3A9-BA9CCF6716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7571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8ECA59-639A-39FC-FEED-AF2815564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FA9C005-ED7C-25B1-840F-B1D4DE0B2F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3640B46-C2B0-351C-56BD-275B7BE892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E709412-CA1F-B82D-B9FC-2E52941B0B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1CC8407-5C07-40F7-85FD-B74220150159}" type="datetime1">
              <a:rPr kumimoji="1" lang="ja-JP" altLang="en-US" smtClean="0"/>
              <a:t>2025/8/25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A31B903-2C48-AB75-1EEF-4E346E621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AFFC39D-519A-A635-D595-D49195EAF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9E367-388E-47C3-A3A9-BA9CCF6716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5991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42C1F2-EBD9-FF5E-464C-C7F699F37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39F80F5-AB63-0771-3030-2DC1B3F691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F256937-5A34-440A-F498-E4C6E6B348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6F0236-E1C1-47DB-95B9-0137416F98EE}" type="datetime1">
              <a:rPr kumimoji="1" lang="ja-JP" altLang="en-US" smtClean="0"/>
              <a:t>2025/8/25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2D94EF9-9F8C-FE2E-3E32-C6AE80B2A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8464F9-4C59-D5B5-FCA1-DF1BA1CBE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9E367-388E-47C3-A3A9-BA9CCF6716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5379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54572C9-4D05-A807-7F94-6CEF11A20F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7F3A3DF-0669-C587-5255-B72C62055A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75C8F58-97DC-4240-BFD1-8CBAE54BC5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1E815D-7E52-4DAC-84F3-FEF2397172AF}" type="datetime1">
              <a:rPr kumimoji="1" lang="ja-JP" altLang="en-US" smtClean="0"/>
              <a:t>2025/8/25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A75FE80-830F-6337-37AD-799070FE4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F85FC1F-8A4C-1AF2-E90E-4352BB3A3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9E367-388E-47C3-A3A9-BA9CCF6716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810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E73016B-E760-D946-6C7E-E26AD0952F44}"/>
              </a:ext>
            </a:extLst>
          </p:cNvPr>
          <p:cNvSpPr/>
          <p:nvPr userDrawn="1"/>
        </p:nvSpPr>
        <p:spPr>
          <a:xfrm>
            <a:off x="0" y="0"/>
            <a:ext cx="12192000" cy="1160464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C7CA3AA-AE30-8396-10D0-71DEE0026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7969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FB39CDB-5A95-C8DF-1363-584A0521ED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41437"/>
            <a:ext cx="10515600" cy="5151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422D82E-CBF5-1994-62CF-5A35BF16EA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96575" y="0"/>
            <a:ext cx="1495425" cy="7969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fld id="{26A9E367-388E-47C3-A3A9-BA9CCF6716F8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77441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28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n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游ゴシック Medium" panose="020B0500000000000000" pitchFamily="50" charset="-128"/>
        <a:buChar char="-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29" userDrawn="1">
          <p15:clr>
            <a:srgbClr val="F26B43"/>
          </p15:clr>
        </p15:guide>
        <p15:guide id="2" orient="horz" pos="845" userDrawn="1">
          <p15:clr>
            <a:srgbClr val="F26B43"/>
          </p15:clr>
        </p15:guide>
        <p15:guide id="3" orient="horz" pos="731" userDrawn="1">
          <p15:clr>
            <a:srgbClr val="F26B43"/>
          </p15:clr>
        </p15:guide>
        <p15:guide id="4" orient="horz" pos="40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13" Type="http://schemas.openxmlformats.org/officeDocument/2006/relationships/image" Target="../media/image13.jpeg"/><Relationship Id="rId3" Type="http://schemas.openxmlformats.org/officeDocument/2006/relationships/image" Target="../media/image3.png"/><Relationship Id="rId7" Type="http://schemas.openxmlformats.org/officeDocument/2006/relationships/image" Target="../media/image7.jpeg"/><Relationship Id="rId12" Type="http://schemas.openxmlformats.org/officeDocument/2006/relationships/image" Target="../media/image12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jpeg"/><Relationship Id="rId11" Type="http://schemas.openxmlformats.org/officeDocument/2006/relationships/image" Target="../media/image11.jpeg"/><Relationship Id="rId5" Type="http://schemas.openxmlformats.org/officeDocument/2006/relationships/image" Target="../media/image5.jpeg"/><Relationship Id="rId10" Type="http://schemas.openxmlformats.org/officeDocument/2006/relationships/image" Target="../media/image10.jpeg"/><Relationship Id="rId4" Type="http://schemas.openxmlformats.org/officeDocument/2006/relationships/image" Target="../media/image4.jpeg"/><Relationship Id="rId9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ov"/><Relationship Id="rId1" Type="http://schemas.microsoft.com/office/2007/relationships/media" Target="../media/media2.mov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9232DA-1498-554F-3CA7-1A63BA3BA5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en-US" altLang="ja-JP" dirty="0"/>
              <a:t>System Control Lab</a:t>
            </a:r>
            <a:br>
              <a:rPr lang="en-US" altLang="ja-JP" dirty="0"/>
            </a:br>
            <a:r>
              <a:rPr lang="en-US" altLang="ja-JP" dirty="0"/>
              <a:t>Self Introduction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7DBD992-BC82-964B-F9A5-32FDB4A2DA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ja-JP" dirty="0"/>
              <a:t>Tsukasa </a:t>
            </a:r>
            <a:r>
              <a:rPr lang="en-US" altLang="ja-JP" dirty="0" err="1"/>
              <a:t>Takagishi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42611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AA98DA-CF97-1B35-5153-406DA1C83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kumimoji="1" lang="en-US" altLang="ja-JP" dirty="0"/>
              <a:t>About me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3E924A9-9613-C845-7FA3-6D9884724B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en-US" altLang="ja-JP" dirty="0"/>
              <a:t>Name</a:t>
            </a:r>
          </a:p>
          <a:p>
            <a:pPr lvl="1"/>
            <a:r>
              <a:rPr lang="en-US" altLang="ja-JP" dirty="0"/>
              <a:t>Tsukasa </a:t>
            </a:r>
            <a:r>
              <a:rPr lang="en-US" altLang="ja-JP" dirty="0" err="1"/>
              <a:t>Takagishi</a:t>
            </a:r>
            <a:endParaRPr lang="en-US" altLang="ja-JP" dirty="0"/>
          </a:p>
          <a:p>
            <a:r>
              <a:rPr kumimoji="1" lang="en-US" altLang="ja-JP" dirty="0"/>
              <a:t>School</a:t>
            </a:r>
            <a:endParaRPr lang="en-US" altLang="ja-JP" dirty="0"/>
          </a:p>
          <a:p>
            <a:pPr lvl="1"/>
            <a:r>
              <a:rPr lang="en-US" altLang="ja-JP" dirty="0"/>
              <a:t>Kansai University</a:t>
            </a:r>
            <a:endParaRPr kumimoji="1" lang="en-US" altLang="ja-JP" dirty="0"/>
          </a:p>
          <a:p>
            <a:r>
              <a:rPr lang="en-US" altLang="ja-JP" dirty="0"/>
              <a:t>From</a:t>
            </a:r>
          </a:p>
          <a:p>
            <a:pPr lvl="1"/>
            <a:r>
              <a:rPr lang="en-US" altLang="ja-JP" dirty="0"/>
              <a:t>Osaka</a:t>
            </a:r>
          </a:p>
          <a:p>
            <a:r>
              <a:rPr lang="en-US" altLang="ja-JP" dirty="0"/>
              <a:t>Hobby</a:t>
            </a:r>
          </a:p>
          <a:p>
            <a:pPr lvl="1"/>
            <a:r>
              <a:rPr lang="en-US" altLang="ja-JP" dirty="0"/>
              <a:t>Comic</a:t>
            </a:r>
          </a:p>
          <a:p>
            <a:pPr lvl="1"/>
            <a:r>
              <a:rPr lang="en-US" altLang="ja-JP"/>
              <a:t>Movie</a:t>
            </a:r>
            <a:endParaRPr lang="en-US" altLang="ja-JP" dirty="0"/>
          </a:p>
          <a:p>
            <a:r>
              <a:rPr lang="en-US" altLang="ja-JP" dirty="0"/>
              <a:t>Skills</a:t>
            </a:r>
          </a:p>
          <a:p>
            <a:pPr lvl="1"/>
            <a:r>
              <a:rPr lang="en-US" altLang="ja-JP" dirty="0"/>
              <a:t>Programming</a:t>
            </a:r>
          </a:p>
          <a:p>
            <a:pPr lvl="1"/>
            <a:r>
              <a:rPr lang="en-US" altLang="ja-JP" dirty="0"/>
              <a:t>CAD</a:t>
            </a:r>
          </a:p>
          <a:p>
            <a:r>
              <a:rPr lang="en-US" altLang="ja-JP" dirty="0"/>
              <a:t>Experience</a:t>
            </a:r>
          </a:p>
          <a:p>
            <a:pPr lvl="1"/>
            <a:r>
              <a:rPr lang="en-US" altLang="ja-JP" dirty="0"/>
              <a:t>Robot Contest</a:t>
            </a:r>
          </a:p>
          <a:p>
            <a:pPr lvl="1"/>
            <a:endParaRPr lang="en-US" altLang="ja-JP" dirty="0"/>
          </a:p>
          <a:p>
            <a:endParaRPr lang="en-US" altLang="ja-JP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906A733-ECDF-9B60-F17F-D76A93A42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9E367-388E-47C3-A3A9-BA9CCF6716F8}" type="slidenum">
              <a:rPr kumimoji="1" lang="ja-JP" altLang="en-US" sz="2400" smtClean="0"/>
              <a:t>2</a:t>
            </a:fld>
            <a:endParaRPr kumimoji="1" lang="ja-JP" altLang="en-US" sz="2400" dirty="0"/>
          </a:p>
        </p:txBody>
      </p:sp>
      <p:pic>
        <p:nvPicPr>
          <p:cNvPr id="5" name="図 4" descr="トリックをしているスケートボーダー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0ED935C4-D627-D0B3-108E-99297C70D3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04" t="12082" r="5994" b="12387"/>
          <a:stretch/>
        </p:blipFill>
        <p:spPr>
          <a:xfrm>
            <a:off x="6972300" y="1341438"/>
            <a:ext cx="3867150" cy="500221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60003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DB6168-83CE-9B81-7FCD-5BCB32B67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My Hobby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4C4BB77-317D-7FAC-7E07-25C6CBDC5FF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ja-JP" dirty="0"/>
              <a:t>Comic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4EBD4CBC-F5C7-E86E-17FE-5F4AEDA21EB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kumimoji="1" lang="en-US" altLang="ja-JP" dirty="0"/>
              <a:t>Movie</a:t>
            </a:r>
          </a:p>
          <a:p>
            <a:pPr lvl="1"/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8B12E53-B9FE-04C8-C200-067A9F5979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6A9E367-388E-47C3-A3A9-BA9CCF6716F8}" type="slidenum">
              <a:rPr kumimoji="1" lang="ja-JP" altLang="en-US" smtClean="0"/>
              <a:t>3</a:t>
            </a:fld>
            <a:endParaRPr kumimoji="1" lang="ja-JP" altLang="en-US" dirty="0"/>
          </a:p>
        </p:txBody>
      </p:sp>
      <p:pic>
        <p:nvPicPr>
          <p:cNvPr id="1026" name="Picture 2" descr="Amazon.co.jp: ハイキュー!! 1 (ジャンプコミックス) : 古舘 春一: 本">
            <a:extLst>
              <a:ext uri="{FF2B5EF4-FFF2-40B4-BE49-F238E27FC236}">
                <a16:creationId xmlns:a16="http://schemas.microsoft.com/office/drawing/2014/main" id="{AD06D5CA-8B39-3867-D43B-1A20A996CF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1576" y="1809751"/>
            <a:ext cx="1471392" cy="232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いいネット通販 - 全国送料無料でお届けします 楽天市場】ブルーロック / BLUELOCK 23巻 最新刊 3月16日発売 少年漫画 - 少年漫画">
            <a:extLst>
              <a:ext uri="{FF2B5EF4-FFF2-40B4-BE49-F238E27FC236}">
                <a16:creationId xmlns:a16="http://schemas.microsoft.com/office/drawing/2014/main" id="{10857406-875F-EAC8-7203-BC4E42CDC7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2723" y="1949239"/>
            <a:ext cx="1614707" cy="2414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mazon.co.jp: 灼熱カバディ（１） (裏少年サンデーコミックス) 電子書籍: 武蔵野創: Kindleストア">
            <a:extLst>
              <a:ext uri="{FF2B5EF4-FFF2-40B4-BE49-F238E27FC236}">
                <a16:creationId xmlns:a16="http://schemas.microsoft.com/office/drawing/2014/main" id="{236554C8-BAEE-B882-0230-DCAF9B63D8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185" y="2128064"/>
            <a:ext cx="1640856" cy="2324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僕のヒーローアカデミア 1 (ジャンプコミックス) | 堀越 耕平 |本 | 通販 | Amazon">
            <a:extLst>
              <a:ext uri="{FF2B5EF4-FFF2-40B4-BE49-F238E27FC236}">
                <a16:creationId xmlns:a16="http://schemas.microsoft.com/office/drawing/2014/main" id="{8AEB5B3E-3B46-D990-5827-CA79CF0D35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1576" y="3971561"/>
            <a:ext cx="1471392" cy="2342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アクタージュ act-age 1 (ジャンプコミックス) | 宇佐崎 しろ, マツキ タツヤ |本 | 通販 | Amazon">
            <a:extLst>
              <a:ext uri="{FF2B5EF4-FFF2-40B4-BE49-F238E27FC236}">
                <a16:creationId xmlns:a16="http://schemas.microsoft.com/office/drawing/2014/main" id="{55F21C0D-DE60-F971-EB1D-66B8F3FB0A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2723" y="4153503"/>
            <a:ext cx="1538507" cy="2423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Amazon.co.jp: 食戟のソーマ 1 (ジャンプコミックス) : 佐伯 俊, 森崎 友紀, 附田 祐斗: 本">
            <a:extLst>
              <a:ext uri="{FF2B5EF4-FFF2-40B4-BE49-F238E27FC236}">
                <a16:creationId xmlns:a16="http://schemas.microsoft.com/office/drawing/2014/main" id="{890DC951-5343-0C42-E90C-4DA39C53A8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1963" y="4363755"/>
            <a:ext cx="1632478" cy="2599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知っておきたい、『ハリー・ポッター』の魅力 | 洋画専門チャンネル ザ・シネマ">
            <a:extLst>
              <a:ext uri="{FF2B5EF4-FFF2-40B4-BE49-F238E27FC236}">
                <a16:creationId xmlns:a16="http://schemas.microsoft.com/office/drawing/2014/main" id="{3BEE077E-ACF9-D288-C6FF-8FD41C1A49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3867" y="1809752"/>
            <a:ext cx="1725031" cy="2554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mazon.co.jp: dvd - Predestination (1 DVD) : DVD">
            <a:extLst>
              <a:ext uri="{FF2B5EF4-FFF2-40B4-BE49-F238E27FC236}">
                <a16:creationId xmlns:a16="http://schemas.microsoft.com/office/drawing/2014/main" id="{5F1A2B85-210A-988E-70E7-82AB984E7E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4938" y="1949239"/>
            <a:ext cx="1822251" cy="2595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ワーナー公式】映画（ブルーレイ,DVD &amp; 4K UHD/デジタル配信）｜インターステラー">
            <a:extLst>
              <a:ext uri="{FF2B5EF4-FFF2-40B4-BE49-F238E27FC236}">
                <a16:creationId xmlns:a16="http://schemas.microsoft.com/office/drawing/2014/main" id="{0996F032-3534-6DCB-B9E6-18BD3A12DA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3268" y="2128064"/>
            <a:ext cx="1837259" cy="2595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Amazon.co.jp: リアル・スティール [DVD] : ヒュー・ジャックマン, ダコタ・ゴヨ, エヴァンジェリン・リリー,  アンソニー・マッキー, ケヴィン・デュランド, ショーン・レヴィ: DVD">
            <a:extLst>
              <a:ext uri="{FF2B5EF4-FFF2-40B4-BE49-F238E27FC236}">
                <a16:creationId xmlns:a16="http://schemas.microsoft.com/office/drawing/2014/main" id="{2107CE52-F604-AA3E-1705-6D49B322E0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9360" y="3971561"/>
            <a:ext cx="1719538" cy="2435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The Avengers : Marvel's The Avengers | HMV&amp;BOOKS online : Online Shopping &amp;  Information Site - VWBS-6885 [English Site]">
            <a:extLst>
              <a:ext uri="{FF2B5EF4-FFF2-40B4-BE49-F238E27FC236}">
                <a16:creationId xmlns:a16="http://schemas.microsoft.com/office/drawing/2014/main" id="{A64FB115-786C-E2E9-5A4A-35257B61B6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4938" y="4153503"/>
            <a:ext cx="1822251" cy="2626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ナイト ミュージアム｜ブルーレイ・DVD・デジタル配信｜20世紀スタジオ公式">
            <a:extLst>
              <a:ext uri="{FF2B5EF4-FFF2-40B4-BE49-F238E27FC236}">
                <a16:creationId xmlns:a16="http://schemas.microsoft.com/office/drawing/2014/main" id="{98A55147-E0FB-D78A-5CDA-0BE148B295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3268" y="4363755"/>
            <a:ext cx="1822497" cy="2733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4876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47B488-5B8D-B348-378B-D937486C2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CoRE2025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543627E-39D3-B3D9-A543-08BBFBE20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ja-JP" dirty="0"/>
              <a:t>What is </a:t>
            </a:r>
            <a:r>
              <a:rPr lang="en-US" altLang="ja-JP" dirty="0" err="1"/>
              <a:t>CoRE</a:t>
            </a:r>
            <a:endParaRPr lang="en-US" altLang="ja-JP" dirty="0"/>
          </a:p>
          <a:p>
            <a:pPr lvl="1"/>
            <a:r>
              <a:rPr kumimoji="1" lang="en-US" altLang="ja-JP" dirty="0"/>
              <a:t>The Championship of Robotics Engineers</a:t>
            </a:r>
          </a:p>
          <a:p>
            <a:pPr lvl="1"/>
            <a:r>
              <a:rPr kumimoji="1" lang="en-US" altLang="ja-JP" dirty="0"/>
              <a:t>The rules are similar to </a:t>
            </a:r>
            <a:r>
              <a:rPr kumimoji="1" lang="en-US" altLang="ja-JP" dirty="0" err="1"/>
              <a:t>RoboMaster</a:t>
            </a:r>
            <a:endParaRPr lang="en-US" altLang="ja-JP" dirty="0"/>
          </a:p>
          <a:p>
            <a:r>
              <a:rPr kumimoji="1" lang="en-US" altLang="ja-JP" dirty="0"/>
              <a:t>My work on the autopilot robot </a:t>
            </a:r>
          </a:p>
          <a:p>
            <a:pPr lvl="1"/>
            <a:r>
              <a:rPr lang="en-US" altLang="ja-JP" dirty="0"/>
              <a:t>Image analysis</a:t>
            </a:r>
          </a:p>
          <a:p>
            <a:pPr lvl="1"/>
            <a:r>
              <a:rPr kumimoji="1" lang="en-US" altLang="ja-JP" dirty="0"/>
              <a:t>Robot decision-making part</a:t>
            </a:r>
          </a:p>
          <a:p>
            <a:pPr lvl="1"/>
            <a:r>
              <a:rPr kumimoji="1" lang="en-US" altLang="ja-JP" dirty="0"/>
              <a:t>Gunfire routine</a:t>
            </a:r>
          </a:p>
          <a:p>
            <a:r>
              <a:rPr kumimoji="1" lang="en-US" altLang="ja-JP" dirty="0"/>
              <a:t>Technology used</a:t>
            </a:r>
          </a:p>
          <a:p>
            <a:pPr lvl="1"/>
            <a:r>
              <a:rPr lang="en-US" altLang="ja-JP" dirty="0"/>
              <a:t>Image analysis using YOLOv11</a:t>
            </a:r>
          </a:p>
          <a:p>
            <a:pPr lvl="1"/>
            <a:r>
              <a:rPr lang="en-US" altLang="ja-JP" dirty="0"/>
              <a:t>Predicting the future using </a:t>
            </a:r>
            <a:br>
              <a:rPr lang="en-US" altLang="ja-JP" dirty="0"/>
            </a:br>
            <a:r>
              <a:rPr lang="en-US" altLang="ja-JP" dirty="0"/>
              <a:t>linear regression analysis</a:t>
            </a:r>
          </a:p>
          <a:p>
            <a:pPr lvl="1"/>
            <a:r>
              <a:rPr lang="en-US" altLang="ja-JP" dirty="0"/>
              <a:t>pandas</a:t>
            </a:r>
          </a:p>
          <a:p>
            <a:pPr lvl="1"/>
            <a:r>
              <a:rPr lang="en-US" altLang="ja-JP" dirty="0"/>
              <a:t>ROS2</a:t>
            </a:r>
          </a:p>
          <a:p>
            <a:pPr lvl="1"/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EF0BEA9-7EA3-294E-C54E-4B8C7DA73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9E367-388E-47C3-A3A9-BA9CCF6716F8}" type="slidenum">
              <a:rPr kumimoji="1" lang="ja-JP" altLang="en-US" smtClean="0"/>
              <a:t>4</a:t>
            </a:fld>
            <a:endParaRPr kumimoji="1" lang="ja-JP" altLang="en-US" dirty="0"/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FBDC2925-1AD2-34D9-9F0B-5C6B2204D025}"/>
              </a:ext>
            </a:extLst>
          </p:cNvPr>
          <p:cNvGrpSpPr/>
          <p:nvPr/>
        </p:nvGrpSpPr>
        <p:grpSpPr>
          <a:xfrm>
            <a:off x="8319643" y="1525589"/>
            <a:ext cx="3872357" cy="4775365"/>
            <a:chOff x="6325319" y="680148"/>
            <a:chExt cx="3872357" cy="4775365"/>
          </a:xfrm>
        </p:grpSpPr>
        <p:pic>
          <p:nvPicPr>
            <p:cNvPr id="6" name="videoplayback">
              <a:hlinkClick r:id="" action="ppaction://media"/>
              <a:extLst>
                <a:ext uri="{FF2B5EF4-FFF2-40B4-BE49-F238E27FC236}">
                  <a16:creationId xmlns:a16="http://schemas.microsoft.com/office/drawing/2014/main" id="{ACF75E47-A70F-1674-799B-01FD7D0F8574}"/>
                </a:ext>
              </a:extLst>
            </p:cNvPr>
            <p:cNvPicPr>
              <a:picLocks noChangeAspect="1"/>
            </p:cNvPicPr>
            <p:nvPr>
              <a:videoFile r:link="rId2"/>
              <p:extLst>
                <p:ext uri="{DAA4B4D4-6D71-4841-9C94-3DE7FCFB9230}">
                  <p14:media xmlns:p14="http://schemas.microsoft.com/office/powerpoint/2010/main" r:embed="rId1"/>
                </p:ext>
              </p:extLst>
            </p:nvPr>
          </p:nvPicPr>
          <p:blipFill>
            <a:blip r:embed="rId4"/>
            <a:stretch>
              <a:fillRect/>
            </a:stretch>
          </p:blipFill>
          <p:spPr>
            <a:xfrm>
              <a:off x="6325319" y="680148"/>
              <a:ext cx="2562862" cy="4556196"/>
            </a:xfrm>
            <a:prstGeom prst="rect">
              <a:avLst/>
            </a:prstGeom>
          </p:spPr>
        </p:pic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47290A3E-0115-A4DD-451B-E654B06C8FF7}"/>
                </a:ext>
              </a:extLst>
            </p:cNvPr>
            <p:cNvSpPr txBox="1"/>
            <p:nvPr/>
          </p:nvSpPr>
          <p:spPr>
            <a:xfrm>
              <a:off x="6366210" y="5240069"/>
              <a:ext cx="3831466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ja-JP" altLang="en-US" sz="800" dirty="0"/>
                <a:t>引用：https://www.youtube.com/shorts/QCqioxtO2EI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05955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2A48D7-F810-168B-7BA5-E5E6CD288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5338"/>
          </a:xfrm>
        </p:spPr>
        <p:txBody>
          <a:bodyPr anchor="ctr">
            <a:normAutofit/>
          </a:bodyPr>
          <a:lstStyle/>
          <a:p>
            <a:r>
              <a:rPr kumimoji="1" lang="en-US" altLang="ja-JP" dirty="0"/>
              <a:t>Next is </a:t>
            </a:r>
            <a:r>
              <a:rPr kumimoji="1" lang="en-US" altLang="ja-JP" dirty="0" err="1"/>
              <a:t>XRobocon</a:t>
            </a:r>
            <a:endParaRPr kumimoji="1" lang="ja-JP" altLang="en-US" dirty="0"/>
          </a:p>
        </p:txBody>
      </p:sp>
      <p:pic>
        <p:nvPicPr>
          <p:cNvPr id="5" name="IMG_4258" descr="屋内, テーブル, 座る, 乱雑 が含まれている画像&#10;&#10;AI によって生成されたコンテンツは間違っている可能性があります。">
            <a:hlinkClick r:id="" action="ppaction://media"/>
            <a:extLst>
              <a:ext uri="{FF2B5EF4-FFF2-40B4-BE49-F238E27FC236}">
                <a16:creationId xmlns:a16="http://schemas.microsoft.com/office/drawing/2014/main" id="{CA07CD9C-F5B4-067D-1162-34D528F147D7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516945" y="1341438"/>
            <a:ext cx="9158109" cy="5151436"/>
          </a:xfrm>
          <a:noFill/>
        </p:spPr>
      </p:pic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597F737-5B56-64F3-5630-D53597DE4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96575" y="1"/>
            <a:ext cx="1495425" cy="795338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6A9E367-388E-47C3-A3A9-BA9CCF6716F8}" type="slidenum">
              <a:rPr kumimoji="1" lang="ja-JP" altLang="en-US" smtClean="0"/>
              <a:pPr>
                <a:spcAft>
                  <a:spcPts val="600"/>
                </a:spcAft>
              </a:pPr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9856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713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909637-2DC2-3D7B-893C-2EF9ADFEE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This is</a:t>
            </a:r>
            <a:endParaRPr kumimoji="1" lang="ja-JP" altLang="en-US" dirty="0"/>
          </a:p>
        </p:txBody>
      </p:sp>
      <p:pic>
        <p:nvPicPr>
          <p:cNvPr id="6" name="コンテンツ プレースホルダー 5" descr="ダイアグラム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C8973D40-789C-61A2-9B1A-7F84F13D20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7107" y="1341438"/>
            <a:ext cx="5617786" cy="5151437"/>
          </a:xfrm>
        </p:spPr>
      </p:pic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63F5201-D482-C0B0-7BAE-DF3E35F52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9E367-388E-47C3-A3A9-BA9CCF6716F8}" type="slidenum">
              <a:rPr kumimoji="1" lang="ja-JP" altLang="en-US" smtClean="0"/>
              <a:t>6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61892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7AC543B9-1D5B-438A-7459-9DBA851A16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18556"/>
            <a:ext cx="9144000" cy="2020888"/>
          </a:xfrm>
        </p:spPr>
        <p:txBody>
          <a:bodyPr anchor="ctr">
            <a:normAutofit/>
          </a:bodyPr>
          <a:lstStyle/>
          <a:p>
            <a:r>
              <a:rPr lang="en-US" altLang="ja-JP" dirty="0"/>
              <a:t>Thank you for listening!!</a:t>
            </a:r>
            <a:endParaRPr lang="ja-JP" alt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9CA6A299-D2AD-AA2B-89C0-991C19D6F8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067299"/>
            <a:ext cx="9144000" cy="11525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スライド番号プレースホルダー 3" hidden="1">
            <a:extLst>
              <a:ext uri="{FF2B5EF4-FFF2-40B4-BE49-F238E27FC236}">
                <a16:creationId xmlns:a16="http://schemas.microsoft.com/office/drawing/2014/main" id="{85344438-225E-02EE-E8A1-232859929A5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696575" y="0"/>
            <a:ext cx="1495425" cy="796921"/>
          </a:xfrm>
        </p:spPr>
        <p:txBody>
          <a:bodyPr/>
          <a:lstStyle/>
          <a:p>
            <a:pPr>
              <a:spcAft>
                <a:spcPts val="600"/>
              </a:spcAft>
            </a:pPr>
            <a:fld id="{26A9E367-388E-47C3-A3A9-BA9CCF6716F8}" type="slidenum">
              <a:rPr kumimoji="1" lang="ja-JP" altLang="en-US" smtClean="0"/>
              <a:pPr>
                <a:spcAft>
                  <a:spcPts val="600"/>
                </a:spcAft>
              </a:pPr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66718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ユーザー定義 1">
      <a:majorFont>
        <a:latin typeface="游ゴシック"/>
        <a:ea typeface="游ゴシック"/>
        <a:cs typeface=""/>
      </a:majorFont>
      <a:minorFont>
        <a:latin typeface="游ゴシック"/>
        <a:ea typeface="游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8300</TotalTime>
  <Words>106</Words>
  <Application>Microsoft Office PowerPoint</Application>
  <PresentationFormat>ワイド画面</PresentationFormat>
  <Paragraphs>43</Paragraphs>
  <Slides>7</Slides>
  <Notes>0</Notes>
  <HiddenSlides>0</HiddenSlides>
  <MMClips>2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2" baseType="lpstr">
      <vt:lpstr>游ゴシック</vt:lpstr>
      <vt:lpstr>游ゴシック Medium</vt:lpstr>
      <vt:lpstr>Arial</vt:lpstr>
      <vt:lpstr>Wingdings</vt:lpstr>
      <vt:lpstr>Office テーマ</vt:lpstr>
      <vt:lpstr>System Control Lab Self Introduction</vt:lpstr>
      <vt:lpstr>About me</vt:lpstr>
      <vt:lpstr>My Hobby</vt:lpstr>
      <vt:lpstr>CoRE2025</vt:lpstr>
      <vt:lpstr>Next is XRobocon</vt:lpstr>
      <vt:lpstr>This is</vt:lpstr>
      <vt:lpstr>Thank you for listening!!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TAKAGISHI Tsukasa</dc:creator>
  <cp:lastModifiedBy>TAKAGISHI Tsukasa</cp:lastModifiedBy>
  <cp:revision>51</cp:revision>
  <dcterms:created xsi:type="dcterms:W3CDTF">2025-06-28T19:04:56Z</dcterms:created>
  <dcterms:modified xsi:type="dcterms:W3CDTF">2025-08-26T10:01:27Z</dcterms:modified>
</cp:coreProperties>
</file>