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322" r:id="rId3"/>
    <p:sldId id="267" r:id="rId4"/>
    <p:sldId id="268" r:id="rId5"/>
    <p:sldId id="256" r:id="rId6"/>
    <p:sldId id="257" r:id="rId7"/>
    <p:sldId id="258" r:id="rId8"/>
    <p:sldId id="260" r:id="rId9"/>
    <p:sldId id="259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2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10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1445D-B0F8-733F-9422-5547FE77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8556"/>
            <a:ext cx="9144000" cy="20208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79A5E-E0BF-0920-11E9-43C7DC252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7299"/>
            <a:ext cx="9144000" cy="1152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80CED-07D8-C9F1-59A2-4839D384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1451B-8909-6CE7-4F89-22F10E94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531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18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438"/>
            <a:ext cx="10515600" cy="515143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268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6B23-3DD1-48B3-109A-2ED551A8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AC70-C243-7E98-6E1F-64B5D24F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C6B54-ED55-D673-6060-E9328858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0E5D-6612-F164-8C94-CE7E6A0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F7194-2B2D-9032-D396-3DFF33C5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1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45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2975B-7D7C-3B63-5B49-45442800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9533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D19D4-0AE9-625A-6596-63CB9FD8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1438"/>
            <a:ext cx="5157787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2C410-BC89-B7B1-2851-F1F727AD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9432"/>
            <a:ext cx="5157787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DA709-1699-42C0-7278-40B036BE2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41438"/>
            <a:ext cx="5183188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BC964D-E34C-0CA9-A4C5-11369ACC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69432"/>
            <a:ext cx="5183188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C7CBB6-8FDE-A243-F559-D92DBFEB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09EC41-6D89-4D0F-4C3E-C3FDD41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162CA-C78B-F2AB-CAAB-61F9EE2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71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20A41-C2F2-830B-0BA3-9945CC50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2ABA2B-FEDD-1F63-85E7-E29D1EFD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E3A97F-941E-7D00-235D-8811B51A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7EB4FF-5B83-0D99-B93B-86DC6E1E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8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D7075E-F8FE-46E9-154A-DA86118B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882393-CE5D-46D5-AE31-A44B21D9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A965E-D2BB-B51B-EB92-7ACFC98C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5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79463-3320-BE7C-4D4E-699D16F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14E8AD-4DE9-7EF2-B446-493321B7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F7551-562C-28AB-4202-A78B35DC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F8731-7543-6FE1-039B-43AE9EB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EB3A43-A089-FA7C-62CA-99F79856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B7DBE8-6884-EC65-D152-D123FB9D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60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ECA59-639A-39FC-FEED-AF28155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A9C005-ED7C-25B1-840F-B1D4DE0B2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40B46-C2B0-351C-56BD-275B7BE8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709412-CA1F-B82D-B9FC-2E52941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1B903-2C48-AB75-1EEF-4E346E6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FC39D-519A-A635-D595-D49195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2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2C1F2-EBD9-FF5E-464C-C7F699F3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F80F5-AB63-0771-3030-2DC1B3F6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56937-5A34-440A-F498-E4C6E6B3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94EF9-9F8C-FE2E-3E32-C6AE80B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464F9-4C59-D5B5-FCA1-DF1BA1CB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48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572C9-4D05-A807-7F94-6CEF11A2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3A3DF-0669-C587-5255-B72C620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C8F58-97DC-4240-BFD1-8CBAE54B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5FE80-830F-6337-37AD-799070FE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5FC1F-8A4C-1AF2-E90E-4352BB3A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0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73016B-E760-D946-6C7E-E26AD0952F44}"/>
              </a:ext>
            </a:extLst>
          </p:cNvPr>
          <p:cNvSpPr/>
          <p:nvPr/>
        </p:nvSpPr>
        <p:spPr>
          <a:xfrm>
            <a:off x="0" y="0"/>
            <a:ext cx="12192000" cy="11604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7CA3AA-AE30-8396-10D0-71DEE002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6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39CDB-5A95-C8DF-1363-584A0521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437"/>
            <a:ext cx="105156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2D82E-CBF5-1994-62CF-5A35BF16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游ゴシック Medium" panose="020B0500000000000000" pitchFamily="50" charset="-128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orient="horz" pos="845">
          <p15:clr>
            <a:srgbClr val="F26B43"/>
          </p15:clr>
        </p15:guide>
        <p15:guide id="3" orient="horz" pos="731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DA5D69C-D287-5F8C-057A-FEC02EE27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Where is </a:t>
            </a:r>
            <a:br>
              <a:rPr lang="en-US" altLang="ja-JP" dirty="0"/>
            </a:br>
            <a:r>
              <a:rPr lang="en-US" altLang="ja-JP" dirty="0"/>
              <a:t>the release package</a:t>
            </a:r>
            <a:endParaRPr lang="ja-JP" altLang="en-US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50A813CA-AAD2-8FBC-BF1B-C429C7B31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790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B7529-478B-262D-54A6-76696CCB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My plan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183FF0-7C23-7E74-7831-3017B9DF3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Make camera frame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Set up the Orin environment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Try the existing program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Solve the problems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Combine with SLAM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kumimoji="1" lang="en-US" altLang="ja-JP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089C7F-E89B-317A-AB21-33DF5254CDBB}"/>
              </a:ext>
            </a:extLst>
          </p:cNvPr>
          <p:cNvSpPr txBox="1"/>
          <p:nvPr/>
        </p:nvSpPr>
        <p:spPr>
          <a:xfrm>
            <a:off x="5791628" y="2468012"/>
            <a:ext cx="1907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←</a:t>
            </a:r>
            <a:r>
              <a:rPr lang="en-US" altLang="ja-JP" sz="2400" dirty="0"/>
              <a:t>I am here.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6511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13F0F6-219F-CA58-36C5-15AA4470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Previous problems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12ACFE-DD4A-B82B-9206-D2D078CAB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ja-JP" dirty="0"/>
              <a:t>Jetson flash isn't working properly</a:t>
            </a:r>
          </a:p>
          <a:p>
            <a:pPr lvl="1">
              <a:lnSpc>
                <a:spcPct val="200000"/>
              </a:lnSpc>
            </a:pPr>
            <a:r>
              <a:rPr lang="en-US" altLang="ja-JP" dirty="0"/>
              <a:t>It seems the display wasn't designed to show properly unless it was a DP terminal display.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ja-JP" altLang="en-US" dirty="0"/>
              <a:t>➞</a:t>
            </a:r>
            <a:r>
              <a:rPr lang="en-US" altLang="ja-JP" dirty="0"/>
              <a:t>The issue was resolved by seizing Mr. Matsuyama's display</a:t>
            </a:r>
          </a:p>
          <a:p>
            <a:pPr lvl="1">
              <a:lnSpc>
                <a:spcPct val="200000"/>
              </a:lnSpc>
            </a:pPr>
            <a:endParaRPr lang="en-US" altLang="ja-JP" dirty="0"/>
          </a:p>
          <a:p>
            <a:pPr lvl="1">
              <a:lnSpc>
                <a:spcPct val="200000"/>
              </a:lnSpc>
            </a:pPr>
            <a:endParaRPr lang="en-US" altLang="ja-JP" dirty="0"/>
          </a:p>
          <a:p>
            <a:pPr lvl="1">
              <a:lnSpc>
                <a:spcPct val="200000"/>
              </a:lnSpc>
            </a:pPr>
            <a:endParaRPr lang="en-US" altLang="ja-JP" dirty="0"/>
          </a:p>
          <a:p>
            <a:pPr lvl="1">
              <a:lnSpc>
                <a:spcPct val="200000"/>
              </a:lnSpc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9495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9D838-BC23-B95E-C134-0641F033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Recent problems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05ACE-C906-DD55-BCB6-E8C75F579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dirty="0"/>
              <a:t>Browser isn’t working properly in Jetson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It seems like I don't have permission to access the directory where browser data is stored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ja-JP" altLang="en-US" dirty="0"/>
              <a:t>➞</a:t>
            </a:r>
            <a:r>
              <a:rPr lang="en-US" altLang="ja-JP" dirty="0"/>
              <a:t>Control the main PC via VNC</a:t>
            </a:r>
          </a:p>
          <a:p>
            <a:pPr>
              <a:lnSpc>
                <a:spcPct val="150000"/>
              </a:lnSpc>
            </a:pPr>
            <a:r>
              <a:rPr lang="en-US" altLang="ja-JP" dirty="0"/>
              <a:t>The release package cannot be found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I checked the purchase page but only found a download form for documentation-related items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ja-JP" altLang="en-US" dirty="0"/>
              <a:t>➞</a:t>
            </a:r>
            <a:r>
              <a:rPr lang="en-US" altLang="ja-JP" dirty="0"/>
              <a:t>I'll send an email to inquire</a:t>
            </a:r>
          </a:p>
          <a:p>
            <a:pPr>
              <a:lnSpc>
                <a:spcPct val="150000"/>
              </a:lnSpc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197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A1993-8D86-4214-D8C0-C32E6E482D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0" dirty="0"/>
              <a:t>Remotely control a PC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77EA87-F58E-0958-3F92-40206F034D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823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06575-0B6B-9701-79D4-C1D300F8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When will it be needed?</a:t>
            </a:r>
            <a:endParaRPr kumimoji="1"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D3310FE-97FF-B812-673C-6207BB754F86}"/>
              </a:ext>
            </a:extLst>
          </p:cNvPr>
          <p:cNvSpPr/>
          <p:nvPr/>
        </p:nvSpPr>
        <p:spPr>
          <a:xfrm>
            <a:off x="716508" y="1341437"/>
            <a:ext cx="4880212" cy="476593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B44300A-23D7-0419-FAF1-5ED3C5C7BE43}"/>
              </a:ext>
            </a:extLst>
          </p:cNvPr>
          <p:cNvSpPr/>
          <p:nvPr/>
        </p:nvSpPr>
        <p:spPr>
          <a:xfrm>
            <a:off x="6595282" y="1341438"/>
            <a:ext cx="4880212" cy="476593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" name="図 9" descr="ベッ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7BC18FC-896D-C418-79AE-533AEC132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40" y="2212707"/>
            <a:ext cx="1799038" cy="154042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B2225DD-060A-A023-294E-BB3E904F48F6}"/>
              </a:ext>
            </a:extLst>
          </p:cNvPr>
          <p:cNvSpPr txBox="1"/>
          <p:nvPr/>
        </p:nvSpPr>
        <p:spPr>
          <a:xfrm>
            <a:off x="1001216" y="1423318"/>
            <a:ext cx="4310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there are not enough devices</a:t>
            </a:r>
            <a:endParaRPr kumimoji="1" lang="ja-JP" altLang="en-US" sz="2400" dirty="0"/>
          </a:p>
        </p:txBody>
      </p:sp>
      <p:pic>
        <p:nvPicPr>
          <p:cNvPr id="13" name="図 12" descr="キーボードの上に置かれてい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F760C7E-19CF-197D-9078-607567EDE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660" y="1953930"/>
            <a:ext cx="1374285" cy="951779"/>
          </a:xfrm>
          <a:prstGeom prst="rect">
            <a:avLst/>
          </a:prstGeom>
        </p:spPr>
      </p:pic>
      <p:pic>
        <p:nvPicPr>
          <p:cNvPr id="16" name="図 15" descr="コンピュータ, 座る, テーブル, 机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E0B2FDD-A73F-66E0-4888-1AFDAC6D4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442" y="3034762"/>
            <a:ext cx="1140163" cy="993367"/>
          </a:xfrm>
          <a:prstGeom prst="rect">
            <a:avLst/>
          </a:prstGeom>
        </p:spPr>
      </p:pic>
      <p:sp>
        <p:nvSpPr>
          <p:cNvPr id="17" name="乗算記号 16">
            <a:extLst>
              <a:ext uri="{FF2B5EF4-FFF2-40B4-BE49-F238E27FC236}">
                <a16:creationId xmlns:a16="http://schemas.microsoft.com/office/drawing/2014/main" id="{67339BF0-775A-00E8-7EDD-469E702495C6}"/>
              </a:ext>
            </a:extLst>
          </p:cNvPr>
          <p:cNvSpPr/>
          <p:nvPr/>
        </p:nvSpPr>
        <p:spPr>
          <a:xfrm>
            <a:off x="3417555" y="2680289"/>
            <a:ext cx="1554390" cy="1475454"/>
          </a:xfrm>
          <a:prstGeom prst="mathMultiply">
            <a:avLst>
              <a:gd name="adj1" fmla="val 1186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乗算記号 17">
            <a:extLst>
              <a:ext uri="{FF2B5EF4-FFF2-40B4-BE49-F238E27FC236}">
                <a16:creationId xmlns:a16="http://schemas.microsoft.com/office/drawing/2014/main" id="{133704C0-EE8D-D6F2-7E98-29CC9C0BC342}"/>
              </a:ext>
            </a:extLst>
          </p:cNvPr>
          <p:cNvSpPr/>
          <p:nvPr/>
        </p:nvSpPr>
        <p:spPr>
          <a:xfrm>
            <a:off x="3471827" y="1579974"/>
            <a:ext cx="1616788" cy="1593130"/>
          </a:xfrm>
          <a:prstGeom prst="mathMultiply">
            <a:avLst>
              <a:gd name="adj1" fmla="val 1186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1D24C7D-6DDC-00A3-E874-2B1CFEBD34CF}"/>
              </a:ext>
            </a:extLst>
          </p:cNvPr>
          <p:cNvSpPr txBox="1"/>
          <p:nvPr/>
        </p:nvSpPr>
        <p:spPr>
          <a:xfrm>
            <a:off x="6876683" y="1402140"/>
            <a:ext cx="4142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collaborating on a single PC</a:t>
            </a:r>
            <a:endParaRPr kumimoji="1" lang="ja-JP" altLang="en-US" sz="2400" dirty="0"/>
          </a:p>
        </p:txBody>
      </p:sp>
      <p:pic>
        <p:nvPicPr>
          <p:cNvPr id="21" name="図 20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EB56092-29E0-CABA-747E-276B9BE64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992" y="2291305"/>
            <a:ext cx="1981884" cy="1981884"/>
          </a:xfrm>
          <a:prstGeom prst="rect">
            <a:avLst/>
          </a:prstGeom>
        </p:spPr>
      </p:pic>
      <p:pic>
        <p:nvPicPr>
          <p:cNvPr id="23" name="図 22" descr="本, 座る, コンピュータ, テーブル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D1E0ABB-3D28-B640-8056-2071E76554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768" y="3398429"/>
            <a:ext cx="1270230" cy="1236885"/>
          </a:xfrm>
          <a:prstGeom prst="rect">
            <a:avLst/>
          </a:prstGeom>
        </p:spPr>
      </p:pic>
      <p:pic>
        <p:nvPicPr>
          <p:cNvPr id="25" name="図 24" descr="グラフィカル ユーザー インターフェイ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1CE4125-0FB1-D260-4A3D-1DA60B5601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333" y="4155743"/>
            <a:ext cx="2154272" cy="1731496"/>
          </a:xfrm>
          <a:prstGeom prst="rect">
            <a:avLst/>
          </a:prstGeom>
        </p:spPr>
      </p:pic>
      <p:pic>
        <p:nvPicPr>
          <p:cNvPr id="27" name="図 26" descr="記号, コンピュータ, ストリート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D04C676-C40E-C4AD-E860-F5A4243D9A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107" y="4686243"/>
            <a:ext cx="1352891" cy="1352891"/>
          </a:xfrm>
          <a:prstGeom prst="rect">
            <a:avLst/>
          </a:prstGeom>
        </p:spPr>
      </p:pic>
      <p:pic>
        <p:nvPicPr>
          <p:cNvPr id="28" name="図 27" descr="グラフィカル ユーザー インターフェイ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6496235-A808-46C5-C066-DED9068FEE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438" y="2044779"/>
            <a:ext cx="1508261" cy="1212264"/>
          </a:xfrm>
          <a:prstGeom prst="rect">
            <a:avLst/>
          </a:prstGeom>
        </p:spPr>
      </p:pic>
      <p:sp>
        <p:nvSpPr>
          <p:cNvPr id="29" name="矢印: 折線 28">
            <a:extLst>
              <a:ext uri="{FF2B5EF4-FFF2-40B4-BE49-F238E27FC236}">
                <a16:creationId xmlns:a16="http://schemas.microsoft.com/office/drawing/2014/main" id="{E46CB9FA-49F5-C219-4640-D9242819F39E}"/>
              </a:ext>
            </a:extLst>
          </p:cNvPr>
          <p:cNvSpPr/>
          <p:nvPr/>
        </p:nvSpPr>
        <p:spPr>
          <a:xfrm rot="16200000">
            <a:off x="1502737" y="3833541"/>
            <a:ext cx="1310185" cy="931012"/>
          </a:xfrm>
          <a:prstGeom prst="ben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358964B-D0C7-2BEE-2240-D5DFA211805D}"/>
              </a:ext>
            </a:extLst>
          </p:cNvPr>
          <p:cNvSpPr txBox="1"/>
          <p:nvPr/>
        </p:nvSpPr>
        <p:spPr>
          <a:xfrm>
            <a:off x="835037" y="4168971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Access</a:t>
            </a:r>
            <a:r>
              <a:rPr lang="en-US" altLang="ja-JP" dirty="0"/>
              <a:t>!</a:t>
            </a:r>
            <a:endParaRPr kumimoji="1" lang="ja-JP" altLang="en-US" dirty="0"/>
          </a:p>
        </p:txBody>
      </p:sp>
      <p:sp>
        <p:nvSpPr>
          <p:cNvPr id="31" name="矢印: 下 30">
            <a:extLst>
              <a:ext uri="{FF2B5EF4-FFF2-40B4-BE49-F238E27FC236}">
                <a16:creationId xmlns:a16="http://schemas.microsoft.com/office/drawing/2014/main" id="{6B751164-84F0-6197-796F-BB4AFAA7979A}"/>
              </a:ext>
            </a:extLst>
          </p:cNvPr>
          <p:cNvSpPr/>
          <p:nvPr/>
        </p:nvSpPr>
        <p:spPr>
          <a:xfrm rot="3906188">
            <a:off x="9068131" y="2471047"/>
            <a:ext cx="484632" cy="1019352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71A9AD06-4C2E-3406-93A1-D4CD03D566A1}"/>
              </a:ext>
            </a:extLst>
          </p:cNvPr>
          <p:cNvSpPr/>
          <p:nvPr/>
        </p:nvSpPr>
        <p:spPr>
          <a:xfrm rot="6224748">
            <a:off x="9091840" y="3278061"/>
            <a:ext cx="484632" cy="1019352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矢印: 下 32">
            <a:extLst>
              <a:ext uri="{FF2B5EF4-FFF2-40B4-BE49-F238E27FC236}">
                <a16:creationId xmlns:a16="http://schemas.microsoft.com/office/drawing/2014/main" id="{B9E9B892-29D1-9770-024B-C8F52DC1C57A}"/>
              </a:ext>
            </a:extLst>
          </p:cNvPr>
          <p:cNvSpPr/>
          <p:nvPr/>
        </p:nvSpPr>
        <p:spPr>
          <a:xfrm rot="7570026">
            <a:off x="8951560" y="4032943"/>
            <a:ext cx="484632" cy="127028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5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FFC755E2-E543-AA2C-928E-2DBB8E06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82E9730-2687-D576-B2EA-77D31A452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RDP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SSH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VNC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5563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2C56-8F65-41A3-31CE-1B6A2427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6536523-A52B-2769-3138-BF0A3FDA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1967653-916E-805F-CDC4-1966A536B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b="1" dirty="0"/>
              <a:t>RDP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SSH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VNC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377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30E67-E22F-AFB8-6B68-5237F0E6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 anchor="ctr">
            <a:normAutofit/>
          </a:bodyPr>
          <a:lstStyle/>
          <a:p>
            <a:r>
              <a:rPr kumimoji="1" lang="en-US" altLang="ja-JP" dirty="0"/>
              <a:t>RDP(Remote Desktop Protocol)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2C5128-7C6A-072F-96BD-472031618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>
            <a:normAutofit/>
          </a:bodyPr>
          <a:lstStyle/>
          <a:p>
            <a:r>
              <a:rPr lang="ja-JP" altLang="en-US" dirty="0"/>
              <a:t> 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Easy for connecting</a:t>
            </a:r>
          </a:p>
          <a:p>
            <a:pPr lvl="1"/>
            <a:r>
              <a:rPr lang="en-US" altLang="ja-JP" dirty="0"/>
              <a:t>Connection is possible only via the IP address of the connected PC.</a:t>
            </a:r>
          </a:p>
          <a:p>
            <a:r>
              <a:rPr lang="ja-JP" altLang="en-US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Easy to operate</a:t>
            </a:r>
          </a:p>
          <a:p>
            <a:pPr lvl="1"/>
            <a:r>
              <a:rPr lang="en-US" altLang="ja-JP" dirty="0"/>
              <a:t>Because it can be operated visually.</a:t>
            </a:r>
          </a:p>
          <a:p>
            <a:r>
              <a:rPr lang="ja-JP" altLang="en-US" dirty="0"/>
              <a:t> </a:t>
            </a:r>
            <a:r>
              <a:rPr lang="en-US" altLang="ja-JP" dirty="0">
                <a:solidFill>
                  <a:schemeClr val="tx2">
                    <a:lumMod val="75000"/>
                    <a:lumOff val="25000"/>
                  </a:schemeClr>
                </a:solidFill>
              </a:rPr>
              <a:t>×</a:t>
            </a:r>
            <a:r>
              <a:rPr lang="en-US" altLang="ja-JP" dirty="0"/>
              <a:t> Primarily for Windows</a:t>
            </a:r>
          </a:p>
          <a:p>
            <a:r>
              <a:rPr lang="ja-JP" altLang="en-US" dirty="0"/>
              <a:t> </a:t>
            </a:r>
            <a:r>
              <a:rPr lang="en-US" altLang="ja-JP" dirty="0">
                <a:solidFill>
                  <a:schemeClr val="tx2">
                    <a:lumMod val="75000"/>
                    <a:lumOff val="25000"/>
                  </a:schemeClr>
                </a:solidFill>
              </a:rPr>
              <a:t>×</a:t>
            </a:r>
            <a:r>
              <a:rPr lang="en-US" altLang="ja-JP" dirty="0"/>
              <a:t>It often slows down</a:t>
            </a:r>
            <a:endParaRPr kumimoji="1" lang="ja-JP" altLang="en-US" dirty="0"/>
          </a:p>
        </p:txBody>
      </p:sp>
      <p:pic>
        <p:nvPicPr>
          <p:cNvPr id="4" name="無題のビデオ ‐ Clipchampで作成 (1)">
            <a:hlinkClick r:id="" action="ppaction://media"/>
            <a:extLst>
              <a:ext uri="{FF2B5EF4-FFF2-40B4-BE49-F238E27FC236}">
                <a16:creationId xmlns:a16="http://schemas.microsoft.com/office/drawing/2014/main" id="{DEA32266-6064-0935-DBBB-203890F145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29597" y="1964180"/>
            <a:ext cx="5475155" cy="30797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136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1CE8-196D-EC38-C65F-9C71929C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1D612326-7A19-11A1-404A-8B8ED64E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11C56DF6-C95D-942A-D27A-2AE9E47A9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RDP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b="1" dirty="0"/>
              <a:t>SSH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VNC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5168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14749-29CA-623A-66E0-0E68F48F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 anchor="ctr">
            <a:normAutofit/>
          </a:bodyPr>
          <a:lstStyle/>
          <a:p>
            <a:r>
              <a:rPr kumimoji="1" lang="en-US" altLang="ja-JP" dirty="0"/>
              <a:t>SSH(Secure </a:t>
            </a:r>
            <a:r>
              <a:rPr kumimoji="1" lang="en-US" altLang="ja-JP" dirty="0" err="1"/>
              <a:t>SHell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14166B-7C99-410F-382A-62DFE6B3F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>
            <a:normAutofit/>
          </a:bodyPr>
          <a:lstStyle/>
          <a:p>
            <a:r>
              <a:rPr lang="en-US" altLang="ja-JP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Extremely lightweight in operation</a:t>
            </a:r>
          </a:p>
          <a:p>
            <a:pPr lvl="1"/>
            <a:r>
              <a:rPr lang="en-US" altLang="ja-JP" dirty="0"/>
              <a:t>Because it only sends commands.</a:t>
            </a:r>
          </a:p>
          <a:p>
            <a:r>
              <a:rPr lang="en-US" altLang="ja-JP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Compatible with any operating system</a:t>
            </a:r>
          </a:p>
          <a:p>
            <a:r>
              <a:rPr lang="en-US" altLang="ja-JP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Quite safe</a:t>
            </a:r>
          </a:p>
          <a:p>
            <a:r>
              <a:rPr lang="ja-JP" altLang="en-US" dirty="0"/>
              <a:t> </a:t>
            </a:r>
            <a:r>
              <a:rPr lang="en-US" altLang="ja-JP" dirty="0">
                <a:solidFill>
                  <a:srgbClr val="0070C0"/>
                </a:solidFill>
              </a:rPr>
              <a:t>×</a:t>
            </a:r>
            <a:r>
              <a:rPr lang="en-US" altLang="ja-JP" dirty="0"/>
              <a:t>It's a bit difficult to operate</a:t>
            </a:r>
          </a:p>
          <a:p>
            <a:pPr lvl="1"/>
            <a:r>
              <a:rPr lang="en-US" altLang="ja-JP" dirty="0"/>
              <a:t>Because it needs to be operated via the CLI.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4" name="無題のビデオ ‐ Clipchampで作成 (2)">
            <a:hlinkClick r:id="" action="ppaction://media"/>
            <a:extLst>
              <a:ext uri="{FF2B5EF4-FFF2-40B4-BE49-F238E27FC236}">
                <a16:creationId xmlns:a16="http://schemas.microsoft.com/office/drawing/2014/main" id="{DEF0FD3D-9180-2681-8CE5-7806A7DC43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72202" y="1852329"/>
            <a:ext cx="5605943" cy="31533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088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8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89E3-05E5-55AD-3FE1-16B15B1BA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8D27F5B-AEE6-B68A-0794-E9E4C43B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3A6839F-B2B9-3620-C7D5-E83E036D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RDP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dirty="0"/>
              <a:t>SSH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US" altLang="ja-JP" sz="2800" b="1" dirty="0"/>
              <a:t>VNC</a:t>
            </a:r>
            <a:endParaRPr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0446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6EC88-07E2-9D8A-12A3-BF5C7E60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 anchor="ctr">
            <a:normAutofit/>
          </a:bodyPr>
          <a:lstStyle/>
          <a:p>
            <a:r>
              <a:rPr kumimoji="1" lang="en-US" altLang="ja-JP" dirty="0"/>
              <a:t>VNC(Virtual Network Computing)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79DFAC-D694-904C-D607-FABE57CB4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>
            <a:normAutofit/>
          </a:bodyPr>
          <a:lstStyle/>
          <a:p>
            <a:r>
              <a:rPr lang="ja-JP" altLang="en-US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Easy to operate</a:t>
            </a:r>
          </a:p>
          <a:p>
            <a:pPr lvl="1"/>
            <a:r>
              <a:rPr lang="en-US" altLang="ja-JP" dirty="0"/>
              <a:t>Because it can be operated visually.</a:t>
            </a:r>
          </a:p>
          <a:p>
            <a:r>
              <a:rPr lang="ja-JP" altLang="en-US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Compatible with any operating system</a:t>
            </a:r>
          </a:p>
          <a:p>
            <a:r>
              <a:rPr lang="en-US" altLang="ja-JP" dirty="0"/>
              <a:t> </a:t>
            </a:r>
            <a:r>
              <a:rPr lang="en-US" altLang="ja-JP" dirty="0">
                <a:solidFill>
                  <a:srgbClr val="0070C0"/>
                </a:solidFill>
              </a:rPr>
              <a:t>×</a:t>
            </a:r>
            <a:r>
              <a:rPr lang="en-US" altLang="ja-JP" dirty="0"/>
              <a:t>Not very safe</a:t>
            </a:r>
            <a:endParaRPr lang="en-US" altLang="ja-JP" dirty="0">
              <a:solidFill>
                <a:srgbClr val="0070C0"/>
              </a:solidFill>
            </a:endParaRPr>
          </a:p>
          <a:p>
            <a:r>
              <a:rPr kumimoji="1" lang="ja-JP" altLang="en-US" dirty="0"/>
              <a:t> </a:t>
            </a:r>
            <a:r>
              <a:rPr lang="en-US" altLang="ja-JP" dirty="0">
                <a:solidFill>
                  <a:srgbClr val="0070C0"/>
                </a:solidFill>
              </a:rPr>
              <a:t>×</a:t>
            </a:r>
            <a:r>
              <a:rPr lang="en-US" altLang="ja-JP" dirty="0"/>
              <a:t>It often slows down</a:t>
            </a:r>
            <a:endParaRPr kumimoji="1" lang="ja-JP" altLang="en-US" dirty="0"/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DFB62B6-4CA8-A190-D7EB-35815E7FF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418" y="1341438"/>
            <a:ext cx="5161164" cy="51482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5299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AFF01ED-4099-B182-BA51-0A5914E3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Conclusion</a:t>
            </a:r>
            <a:endParaRPr lang="ja-JP" altLang="en-US" dirty="0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7399F1CD-D4BE-B383-86D0-C39D6845F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989060"/>
              </p:ext>
            </p:extLst>
          </p:nvPr>
        </p:nvGraphicFramePr>
        <p:xfrm>
          <a:off x="838200" y="1708787"/>
          <a:ext cx="10515600" cy="344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369645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476937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739295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0005221"/>
                    </a:ext>
                  </a:extLst>
                </a:gridCol>
              </a:tblGrid>
              <a:tr h="688085"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RDP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SSH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VNC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109616"/>
                  </a:ext>
                </a:extLst>
              </a:tr>
              <a:tr h="68808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Usability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822442"/>
                  </a:ext>
                </a:extLst>
              </a:tr>
              <a:tr h="68808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Security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69429"/>
                  </a:ext>
                </a:extLst>
              </a:tr>
              <a:tr h="68808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OS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490004"/>
                  </a:ext>
                </a:extLst>
              </a:tr>
              <a:tr h="68808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Lightweight operation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794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0945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</Template>
  <TotalTime>154</TotalTime>
  <Words>312</Words>
  <Application>Microsoft Office PowerPoint</Application>
  <PresentationFormat>ワイド画面</PresentationFormat>
  <Paragraphs>82</Paragraphs>
  <Slides>14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Medium</vt:lpstr>
      <vt:lpstr>Arial</vt:lpstr>
      <vt:lpstr>Wingdings</vt:lpstr>
      <vt:lpstr>introduction</vt:lpstr>
      <vt:lpstr>Where is  the release package</vt:lpstr>
      <vt:lpstr>My plan</vt:lpstr>
      <vt:lpstr>Previous problems</vt:lpstr>
      <vt:lpstr>Recent problems</vt:lpstr>
      <vt:lpstr>Remotely control a PC</vt:lpstr>
      <vt:lpstr>When will it be needed?</vt:lpstr>
      <vt:lpstr>Agenda</vt:lpstr>
      <vt:lpstr>Agenda</vt:lpstr>
      <vt:lpstr>RDP(Remote Desktop Protocol)</vt:lpstr>
      <vt:lpstr>Agenda</vt:lpstr>
      <vt:lpstr>SSH(Secure SHell)</vt:lpstr>
      <vt:lpstr>Agenda</vt:lpstr>
      <vt:lpstr>VNC(Virtual Network Computing)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4</cp:revision>
  <dcterms:created xsi:type="dcterms:W3CDTF">2025-09-08T22:05:48Z</dcterms:created>
  <dcterms:modified xsi:type="dcterms:W3CDTF">2025-09-16T01:33:01Z</dcterms:modified>
</cp:coreProperties>
</file>